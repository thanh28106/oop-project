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4560"/>
    <a:srgbClr val="127BBA"/>
    <a:srgbClr val="1591DC"/>
    <a:srgbClr val="23A9D9"/>
    <a:srgbClr val="0F3460"/>
    <a:srgbClr val="4BB8FA"/>
    <a:srgbClr val="2C5EA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413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2E873-6D24-40B9-B290-94AFE8EE550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A48A8-6ADC-4757-BFA2-1DF7C9CBE3C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A1B39-714C-4CB1-B08A-C2EDC11F1A4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74A4C-BF70-4874-B52D-A6DB98EF1F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A1B39-714C-4CB1-B08A-C2EDC11F1A4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74A4C-BF70-4874-B52D-A6DB98EF1F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A1B39-714C-4CB1-B08A-C2EDC11F1A4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74A4C-BF70-4874-B52D-A6DB98EF1F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A1B39-714C-4CB1-B08A-C2EDC11F1A4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74A4C-BF70-4874-B52D-A6DB98EF1F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A1B39-714C-4CB1-B08A-C2EDC11F1A4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74A4C-BF70-4874-B52D-A6DB98EF1F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A1B39-714C-4CB1-B08A-C2EDC11F1A4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74A4C-BF70-4874-B52D-A6DB98EF1F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A1B39-714C-4CB1-B08A-C2EDC11F1A4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74A4C-BF70-4874-B52D-A6DB98EF1F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A1B39-714C-4CB1-B08A-C2EDC11F1A4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74A4C-BF70-4874-B52D-A6DB98EF1F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A1B39-714C-4CB1-B08A-C2EDC11F1A4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74A4C-BF70-4874-B52D-A6DB98EF1F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A1B39-714C-4CB1-B08A-C2EDC11F1A4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74A4C-BF70-4874-B52D-A6DB98EF1F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A1B39-714C-4CB1-B08A-C2EDC11F1A4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74A4C-BF70-4874-B52D-A6DB98EF1F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A1B39-714C-4CB1-B08A-C2EDC11F1A4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74A4C-BF70-4874-B52D-A6DB98EF1FC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89056"/>
            <a:ext cx="9144000" cy="158613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Object-Oriented Programing Project</a:t>
            </a:r>
            <a:endParaRPr lang="en-US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35670"/>
            <a:ext cx="9144000" cy="1936352"/>
          </a:xfrm>
        </p:spPr>
        <p:txBody>
          <a:bodyPr>
            <a:noAutofit/>
          </a:bodyPr>
          <a:lstStyle/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Members: </a:t>
            </a:r>
            <a:b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Nguyễn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Võ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Minh Huy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vi-VN" sz="1800" dirty="0">
                <a:cs typeface="Arial" panose="020B0604020202020204" pitchFamily="34" charset="0"/>
              </a:rPr>
              <a:t>ITITWE240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44</a:t>
            </a:r>
            <a:b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Nguyễn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Xuân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vi-VN" sz="1800" dirty="0" smtClean="0">
                <a:cs typeface="Arial" panose="020B0604020202020204" pitchFamily="34" charset="0"/>
              </a:rPr>
              <a:t>ITITWE240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69</a:t>
            </a:r>
            <a:b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Ngô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Nhật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vi-VN" sz="1800" dirty="0" smtClean="0">
                <a:cs typeface="Arial" panose="020B0604020202020204" pitchFamily="34" charset="0"/>
              </a:rPr>
              <a:t>ITITWE240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r>
            <a:b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Nguyễn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Phúc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Vương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vi-VN" sz="1800" dirty="0" smtClean="0">
                <a:cs typeface="Arial" panose="020B0604020202020204" pitchFamily="34" charset="0"/>
              </a:rPr>
              <a:t>ITITWE240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b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Vũ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Trần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Quân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vi-VN" sz="1800" dirty="0" smtClean="0">
                <a:cs typeface="Arial" panose="020B0604020202020204" pitchFamily="34" charset="0"/>
              </a:rPr>
              <a:t>ITITWE240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vi-V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– Test room: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LA1</a:t>
            </a:r>
            <a:r>
              <a:rPr lang="vi-V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605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55" y="0"/>
            <a:ext cx="1670538" cy="16692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34210" y="255905"/>
            <a:ext cx="62249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cs typeface="Arial" panose="020B0604020202020204" pitchFamily="34" charset="0"/>
              </a:rPr>
              <a:t>INTERNATIONAL UNIVERSITY – VNU HCMC </a:t>
            </a:r>
            <a:r>
              <a:rPr lang="en-US" sz="2000" dirty="0" smtClean="0">
                <a:cs typeface="Arial" panose="020B0604020202020204" pitchFamily="34" charset="0"/>
              </a:rPr>
              <a:t>(2025-2026) S2</a:t>
            </a:r>
            <a:endParaRPr lang="en-US" sz="2000" dirty="0">
              <a:cs typeface="Arial" panose="020B0604020202020204" pitchFamily="34" charset="0"/>
            </a:endParaRPr>
          </a:p>
          <a:p>
            <a:r>
              <a:rPr lang="en-US" sz="2000" dirty="0" smtClean="0">
                <a:cs typeface="Arial" panose="020B0604020202020204" pitchFamily="34" charset="0"/>
              </a:rPr>
              <a:t>IT069IU- Object-Oriented Programing</a:t>
            </a:r>
            <a:endParaRPr lang="en-US" sz="2000" dirty="0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Document 4"/>
          <p:cNvSpPr/>
          <p:nvPr/>
        </p:nvSpPr>
        <p:spPr>
          <a:xfrm>
            <a:off x="0" y="0"/>
            <a:ext cx="12192000" cy="332307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4BB8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Document 4"/>
          <p:cNvSpPr/>
          <p:nvPr/>
        </p:nvSpPr>
        <p:spPr>
          <a:xfrm>
            <a:off x="0" y="0"/>
            <a:ext cx="12192000" cy="269785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ocument 4"/>
          <p:cNvSpPr/>
          <p:nvPr/>
        </p:nvSpPr>
        <p:spPr>
          <a:xfrm>
            <a:off x="0" y="1"/>
            <a:ext cx="12192000" cy="214884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1591D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02920" y="658922"/>
            <a:ext cx="3947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Sections</a:t>
            </a:r>
            <a:endParaRPr lang="en-US" sz="48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9160" y="3517612"/>
            <a:ext cx="3154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• Introduction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99160" y="4383951"/>
            <a:ext cx="390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•  </a:t>
            </a:r>
            <a:r>
              <a:rPr lang="en-US" sz="3600" dirty="0" smtClean="0">
                <a:solidFill>
                  <a:schemeClr val="bg1"/>
                </a:solidFill>
              </a:rPr>
              <a:t>Project Structure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99160" y="5250290"/>
            <a:ext cx="355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•  </a:t>
            </a:r>
            <a:r>
              <a:rPr lang="en-US" sz="3600" dirty="0" smtClean="0">
                <a:solidFill>
                  <a:schemeClr val="bg1"/>
                </a:solidFill>
              </a:rPr>
              <a:t>How to Run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16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17655" y="5256916"/>
            <a:ext cx="639705" cy="639705"/>
          </a:xfrm>
          <a:prstGeom prst="rect">
            <a:avLst/>
          </a:prstGeom>
          <a:noFill/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16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71095" y="3966827"/>
            <a:ext cx="639705" cy="639705"/>
          </a:xfrm>
          <a:prstGeom prst="rect">
            <a:avLst/>
          </a:prstGeom>
          <a:noFill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915" y="2419350"/>
            <a:ext cx="1276985" cy="1276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Document 4"/>
          <p:cNvSpPr/>
          <p:nvPr/>
        </p:nvSpPr>
        <p:spPr>
          <a:xfrm>
            <a:off x="0" y="0"/>
            <a:ext cx="12192000" cy="332307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4BB8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Document 4"/>
          <p:cNvSpPr/>
          <p:nvPr/>
        </p:nvSpPr>
        <p:spPr>
          <a:xfrm>
            <a:off x="0" y="0"/>
            <a:ext cx="12192000" cy="269785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ocument 4"/>
          <p:cNvSpPr/>
          <p:nvPr/>
        </p:nvSpPr>
        <p:spPr>
          <a:xfrm>
            <a:off x="0" y="0"/>
            <a:ext cx="12192000" cy="214884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1591D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49103" y="658921"/>
            <a:ext cx="4645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Introduction</a:t>
            </a:r>
            <a:endParaRPr lang="en-US" sz="48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00200" y="3432976"/>
            <a:ext cx="90373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E8EAF6"/>
                </a:solidFill>
                <a:latin typeface=".VnVogue" panose="020B7200000000000000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Egg Catcher is a fast-paced 2D arcade game written in Java. A chicken drops eggs from the top of the screen and the player controls a basket to catch them before they hit the ground. The game uses a custom sprite atlas, bitmap font renderer, and a Swing-based game loop.</a:t>
            </a:r>
            <a:endParaRPr lang="en-US" sz="2400" dirty="0">
              <a:latin typeface=".VnVogue" panose="020B7200000000000000" pitchFamily="34" charset="0"/>
            </a:endParaRPr>
          </a:p>
          <a:p>
            <a:endParaRPr lang="en-US" dirty="0"/>
          </a:p>
        </p:txBody>
      </p:sp>
      <p:sp>
        <p:nvSpPr>
          <p:cNvPr id="37" name="Shape 4"/>
          <p:cNvSpPr/>
          <p:nvPr/>
        </p:nvSpPr>
        <p:spPr>
          <a:xfrm>
            <a:off x="449103" y="3111400"/>
            <a:ext cx="3337560" cy="2162212"/>
          </a:xfrm>
          <a:prstGeom prst="rect">
            <a:avLst/>
          </a:prstGeom>
          <a:solidFill>
            <a:srgbClr val="0020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5"/>
          <p:cNvSpPr/>
          <p:nvPr/>
        </p:nvSpPr>
        <p:spPr>
          <a:xfrm>
            <a:off x="449103" y="3023912"/>
            <a:ext cx="3337560" cy="87488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9" name="Text 6"/>
          <p:cNvSpPr/>
          <p:nvPr/>
        </p:nvSpPr>
        <p:spPr>
          <a:xfrm>
            <a:off x="449103" y="3115351"/>
            <a:ext cx="3337560" cy="8748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☕</a:t>
            </a:r>
            <a:endParaRPr lang="en-US" sz="4400" dirty="0"/>
          </a:p>
        </p:txBody>
      </p:sp>
      <p:sp>
        <p:nvSpPr>
          <p:cNvPr id="40" name="Text 7"/>
          <p:cNvSpPr/>
          <p:nvPr/>
        </p:nvSpPr>
        <p:spPr>
          <a:xfrm>
            <a:off x="449103" y="3801151"/>
            <a:ext cx="3337560" cy="56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2400" dirty="0"/>
          </a:p>
        </p:txBody>
      </p:sp>
      <p:sp>
        <p:nvSpPr>
          <p:cNvPr id="41" name="Text 8"/>
          <p:cNvSpPr/>
          <p:nvPr/>
        </p:nvSpPr>
        <p:spPr>
          <a:xfrm>
            <a:off x="449103" y="4212632"/>
            <a:ext cx="3337560" cy="4374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</a:t>
            </a:r>
            <a:endParaRPr lang="en-US" sz="1200" dirty="0"/>
          </a:p>
        </p:txBody>
      </p:sp>
      <p:sp>
        <p:nvSpPr>
          <p:cNvPr id="42" name="Shape 9"/>
          <p:cNvSpPr/>
          <p:nvPr/>
        </p:nvSpPr>
        <p:spPr>
          <a:xfrm>
            <a:off x="4457223" y="3023912"/>
            <a:ext cx="3337560" cy="2249700"/>
          </a:xfrm>
          <a:prstGeom prst="rect">
            <a:avLst/>
          </a:prstGeom>
          <a:solidFill>
            <a:srgbClr val="0020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10"/>
          <p:cNvSpPr/>
          <p:nvPr/>
        </p:nvSpPr>
        <p:spPr>
          <a:xfrm>
            <a:off x="4457223" y="3023912"/>
            <a:ext cx="3337560" cy="87488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45" name="Text 12"/>
          <p:cNvSpPr/>
          <p:nvPr/>
        </p:nvSpPr>
        <p:spPr>
          <a:xfrm>
            <a:off x="4457223" y="3801151"/>
            <a:ext cx="3337560" cy="56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Desktop</a:t>
            </a:r>
            <a:endParaRPr lang="en-US" sz="1800" dirty="0"/>
          </a:p>
        </p:txBody>
      </p:sp>
      <p:sp>
        <p:nvSpPr>
          <p:cNvPr id="46" name="Text 13"/>
          <p:cNvSpPr/>
          <p:nvPr/>
        </p:nvSpPr>
        <p:spPr>
          <a:xfrm>
            <a:off x="4457223" y="4239894"/>
            <a:ext cx="3337560" cy="4374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</a:t>
            </a:r>
            <a:endParaRPr lang="en-US" sz="1200" dirty="0"/>
          </a:p>
        </p:txBody>
      </p:sp>
      <p:sp>
        <p:nvSpPr>
          <p:cNvPr id="47" name="Shape 14"/>
          <p:cNvSpPr/>
          <p:nvPr/>
        </p:nvSpPr>
        <p:spPr>
          <a:xfrm>
            <a:off x="8465343" y="3023912"/>
            <a:ext cx="3337560" cy="2249700"/>
          </a:xfrm>
          <a:prstGeom prst="rect">
            <a:avLst/>
          </a:prstGeom>
          <a:solidFill>
            <a:srgbClr val="0020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15"/>
          <p:cNvSpPr/>
          <p:nvPr/>
        </p:nvSpPr>
        <p:spPr>
          <a:xfrm>
            <a:off x="8465343" y="3023912"/>
            <a:ext cx="3337560" cy="87488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0" name="Text 17"/>
          <p:cNvSpPr/>
          <p:nvPr/>
        </p:nvSpPr>
        <p:spPr>
          <a:xfrm>
            <a:off x="8465343" y="3801151"/>
            <a:ext cx="3337560" cy="56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Arcade</a:t>
            </a:r>
            <a:endParaRPr lang="en-US" sz="1800" dirty="0"/>
          </a:p>
        </p:txBody>
      </p:sp>
      <p:sp>
        <p:nvSpPr>
          <p:cNvPr id="51" name="Text 18"/>
          <p:cNvSpPr/>
          <p:nvPr/>
        </p:nvSpPr>
        <p:spPr>
          <a:xfrm>
            <a:off x="8465343" y="4212632"/>
            <a:ext cx="3337560" cy="4374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</a:t>
            </a:r>
            <a:r>
              <a:rPr lang="en-US" sz="16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</a:t>
            </a:r>
            <a:endParaRPr lang="en-US" sz="1200" dirty="0"/>
          </a:p>
        </p:txBody>
      </p:sp>
      <p:sp>
        <p:nvSpPr>
          <p:cNvPr id="52" name="Text 19"/>
          <p:cNvSpPr/>
          <p:nvPr/>
        </p:nvSpPr>
        <p:spPr>
          <a:xfrm>
            <a:off x="449103" y="5641787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Gameplay Loop:</a:t>
            </a:r>
            <a:endParaRPr lang="en-US" dirty="0"/>
          </a:p>
        </p:txBody>
      </p:sp>
      <p:sp>
        <p:nvSpPr>
          <p:cNvPr id="53" name="Text 20"/>
          <p:cNvSpPr/>
          <p:nvPr/>
        </p:nvSpPr>
        <p:spPr>
          <a:xfrm>
            <a:off x="449103" y="5893377"/>
            <a:ext cx="9609298" cy="325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Chicken drops eggs  →  Player moves basket left/right  →  Catch egg = +score  →  Miss = lives lost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7921" y="3302494"/>
            <a:ext cx="532404" cy="5901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647" y="3054746"/>
            <a:ext cx="1021105" cy="1021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9" grpId="0" animBg="1"/>
      <p:bldP spid="40" grpId="0" animBg="1"/>
      <p:bldP spid="41" grpId="0" animBg="1"/>
      <p:bldP spid="45" grpId="0" animBg="1"/>
      <p:bldP spid="46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9"/>
          <p:cNvSpPr/>
          <p:nvPr/>
        </p:nvSpPr>
        <p:spPr>
          <a:xfrm>
            <a:off x="1487328" y="5016535"/>
            <a:ext cx="3390900" cy="1367618"/>
          </a:xfrm>
          <a:custGeom>
            <a:avLst/>
            <a:gdLst/>
            <a:ahLst/>
            <a:cxnLst/>
            <a:rect l="l" t="t" r="r" b="b"/>
            <a:pathLst>
              <a:path w="3390900" h="1367618">
                <a:moveTo>
                  <a:pt x="412831" y="916732"/>
                </a:moveTo>
                <a:cubicBezTo>
                  <a:pt x="416388" y="920862"/>
                  <a:pt x="420432" y="925250"/>
                  <a:pt x="424963" y="929897"/>
                </a:cubicBezTo>
                <a:cubicBezTo>
                  <a:pt x="429495" y="934543"/>
                  <a:pt x="434227" y="939218"/>
                  <a:pt x="439160" y="943921"/>
                </a:cubicBezTo>
                <a:cubicBezTo>
                  <a:pt x="444093" y="948625"/>
                  <a:pt x="449169" y="953300"/>
                  <a:pt x="454389" y="957946"/>
                </a:cubicBezTo>
                <a:cubicBezTo>
                  <a:pt x="459609" y="962592"/>
                  <a:pt x="464800" y="966980"/>
                  <a:pt x="469963" y="971110"/>
                </a:cubicBezTo>
                <a:cubicBezTo>
                  <a:pt x="467439" y="972946"/>
                  <a:pt x="464714" y="974638"/>
                  <a:pt x="461789" y="976187"/>
                </a:cubicBezTo>
                <a:cubicBezTo>
                  <a:pt x="458863" y="977736"/>
                  <a:pt x="455766" y="979055"/>
                  <a:pt x="452496" y="980145"/>
                </a:cubicBezTo>
                <a:cubicBezTo>
                  <a:pt x="449227" y="981235"/>
                  <a:pt x="445900" y="982095"/>
                  <a:pt x="442516" y="982726"/>
                </a:cubicBezTo>
                <a:cubicBezTo>
                  <a:pt x="439131" y="983357"/>
                  <a:pt x="435718" y="983672"/>
                  <a:pt x="432277" y="983672"/>
                </a:cubicBezTo>
                <a:cubicBezTo>
                  <a:pt x="425623" y="983672"/>
                  <a:pt x="419743" y="982841"/>
                  <a:pt x="414638" y="981177"/>
                </a:cubicBezTo>
                <a:cubicBezTo>
                  <a:pt x="409533" y="979514"/>
                  <a:pt x="405260" y="977191"/>
                  <a:pt x="401818" y="974208"/>
                </a:cubicBezTo>
                <a:cubicBezTo>
                  <a:pt x="398376" y="971225"/>
                  <a:pt x="395738" y="967669"/>
                  <a:pt x="393902" y="963539"/>
                </a:cubicBezTo>
                <a:cubicBezTo>
                  <a:pt x="392067" y="959409"/>
                  <a:pt x="391149" y="954877"/>
                  <a:pt x="391149" y="949944"/>
                </a:cubicBezTo>
                <a:cubicBezTo>
                  <a:pt x="391149" y="946961"/>
                  <a:pt x="391550" y="944036"/>
                  <a:pt x="392354" y="941168"/>
                </a:cubicBezTo>
                <a:cubicBezTo>
                  <a:pt x="393157" y="938300"/>
                  <a:pt x="394419" y="935489"/>
                  <a:pt x="396139" y="932736"/>
                </a:cubicBezTo>
                <a:cubicBezTo>
                  <a:pt x="397860" y="929983"/>
                  <a:pt x="400069" y="927258"/>
                  <a:pt x="402765" y="924562"/>
                </a:cubicBezTo>
                <a:cubicBezTo>
                  <a:pt x="405461" y="921866"/>
                  <a:pt x="408816" y="919256"/>
                  <a:pt x="412831" y="916732"/>
                </a:cubicBezTo>
                <a:close/>
                <a:moveTo>
                  <a:pt x="2434764" y="834305"/>
                </a:moveTo>
                <a:lnTo>
                  <a:pt x="2434936" y="834305"/>
                </a:lnTo>
                <a:lnTo>
                  <a:pt x="2466427" y="928950"/>
                </a:lnTo>
                <a:lnTo>
                  <a:pt x="2403272" y="928950"/>
                </a:lnTo>
                <a:close/>
                <a:moveTo>
                  <a:pt x="1380656" y="827249"/>
                </a:moveTo>
                <a:lnTo>
                  <a:pt x="1403543" y="827249"/>
                </a:lnTo>
                <a:cubicBezTo>
                  <a:pt x="1417424" y="827249"/>
                  <a:pt x="1428638" y="829114"/>
                  <a:pt x="1437185" y="832842"/>
                </a:cubicBezTo>
                <a:cubicBezTo>
                  <a:pt x="1445732" y="836571"/>
                  <a:pt x="1452730" y="841762"/>
                  <a:pt x="1458179" y="848416"/>
                </a:cubicBezTo>
                <a:cubicBezTo>
                  <a:pt x="1463628" y="855069"/>
                  <a:pt x="1467586" y="862928"/>
                  <a:pt x="1470053" y="871991"/>
                </a:cubicBezTo>
                <a:cubicBezTo>
                  <a:pt x="1472519" y="881054"/>
                  <a:pt x="1473753" y="890863"/>
                  <a:pt x="1473753" y="901417"/>
                </a:cubicBezTo>
                <a:cubicBezTo>
                  <a:pt x="1473753" y="914266"/>
                  <a:pt x="1472347" y="925509"/>
                  <a:pt x="1469537" y="935145"/>
                </a:cubicBezTo>
                <a:cubicBezTo>
                  <a:pt x="1466726" y="944782"/>
                  <a:pt x="1462481" y="952841"/>
                  <a:pt x="1456802" y="959323"/>
                </a:cubicBezTo>
                <a:cubicBezTo>
                  <a:pt x="1451124" y="965805"/>
                  <a:pt x="1444040" y="970652"/>
                  <a:pt x="1435550" y="973864"/>
                </a:cubicBezTo>
                <a:cubicBezTo>
                  <a:pt x="1427061" y="977076"/>
                  <a:pt x="1416621" y="978682"/>
                  <a:pt x="1404231" y="978682"/>
                </a:cubicBezTo>
                <a:lnTo>
                  <a:pt x="1380656" y="978682"/>
                </a:lnTo>
                <a:close/>
                <a:moveTo>
                  <a:pt x="2933403" y="826389"/>
                </a:moveTo>
                <a:lnTo>
                  <a:pt x="2953709" y="826389"/>
                </a:lnTo>
                <a:cubicBezTo>
                  <a:pt x="2958871" y="826389"/>
                  <a:pt x="2962915" y="826561"/>
                  <a:pt x="2965841" y="826905"/>
                </a:cubicBezTo>
                <a:cubicBezTo>
                  <a:pt x="2968766" y="827249"/>
                  <a:pt x="2971376" y="827708"/>
                  <a:pt x="2973670" y="828282"/>
                </a:cubicBezTo>
                <a:cubicBezTo>
                  <a:pt x="2981242" y="830347"/>
                  <a:pt x="2986691" y="833903"/>
                  <a:pt x="2990018" y="838951"/>
                </a:cubicBezTo>
                <a:cubicBezTo>
                  <a:pt x="2993345" y="843999"/>
                  <a:pt x="2995009" y="850194"/>
                  <a:pt x="2995009" y="857536"/>
                </a:cubicBezTo>
                <a:cubicBezTo>
                  <a:pt x="2995009" y="862354"/>
                  <a:pt x="2994205" y="866714"/>
                  <a:pt x="2992599" y="870614"/>
                </a:cubicBezTo>
                <a:cubicBezTo>
                  <a:pt x="2990993" y="874515"/>
                  <a:pt x="2988584" y="877870"/>
                  <a:pt x="2985372" y="880681"/>
                </a:cubicBezTo>
                <a:cubicBezTo>
                  <a:pt x="2982160" y="883492"/>
                  <a:pt x="2978145" y="885671"/>
                  <a:pt x="2973326" y="887220"/>
                </a:cubicBezTo>
                <a:cubicBezTo>
                  <a:pt x="2968508" y="888769"/>
                  <a:pt x="2962886" y="889543"/>
                  <a:pt x="2956462" y="889543"/>
                </a:cubicBezTo>
                <a:lnTo>
                  <a:pt x="2933403" y="889543"/>
                </a:lnTo>
                <a:close/>
                <a:moveTo>
                  <a:pt x="1650151" y="825012"/>
                </a:moveTo>
                <a:cubicBezTo>
                  <a:pt x="1661164" y="825012"/>
                  <a:pt x="1670342" y="826877"/>
                  <a:pt x="1677684" y="830605"/>
                </a:cubicBezTo>
                <a:cubicBezTo>
                  <a:pt x="1685026" y="834333"/>
                  <a:pt x="1690906" y="839611"/>
                  <a:pt x="1695323" y="846437"/>
                </a:cubicBezTo>
                <a:cubicBezTo>
                  <a:pt x="1699739" y="853263"/>
                  <a:pt x="1702866" y="861465"/>
                  <a:pt x="1704701" y="871044"/>
                </a:cubicBezTo>
                <a:cubicBezTo>
                  <a:pt x="1706537" y="880624"/>
                  <a:pt x="1707455" y="891264"/>
                  <a:pt x="1707455" y="902966"/>
                </a:cubicBezTo>
                <a:cubicBezTo>
                  <a:pt x="1707455" y="913635"/>
                  <a:pt x="1706508" y="923702"/>
                  <a:pt x="1704615" y="933166"/>
                </a:cubicBezTo>
                <a:cubicBezTo>
                  <a:pt x="1702722" y="942631"/>
                  <a:pt x="1699481" y="950919"/>
                  <a:pt x="1694893" y="958032"/>
                </a:cubicBezTo>
                <a:cubicBezTo>
                  <a:pt x="1690304" y="965145"/>
                  <a:pt x="1684281" y="970766"/>
                  <a:pt x="1676824" y="974896"/>
                </a:cubicBezTo>
                <a:cubicBezTo>
                  <a:pt x="1669367" y="979026"/>
                  <a:pt x="1660074" y="981091"/>
                  <a:pt x="1648946" y="981091"/>
                </a:cubicBezTo>
                <a:cubicBezTo>
                  <a:pt x="1637819" y="981091"/>
                  <a:pt x="1628583" y="979284"/>
                  <a:pt x="1621241" y="975671"/>
                </a:cubicBezTo>
                <a:cubicBezTo>
                  <a:pt x="1613899" y="972057"/>
                  <a:pt x="1608048" y="966808"/>
                  <a:pt x="1603689" y="959925"/>
                </a:cubicBezTo>
                <a:cubicBezTo>
                  <a:pt x="1599329" y="953042"/>
                  <a:pt x="1596232" y="944753"/>
                  <a:pt x="1594396" y="935059"/>
                </a:cubicBezTo>
                <a:cubicBezTo>
                  <a:pt x="1592561" y="925365"/>
                  <a:pt x="1591643" y="914438"/>
                  <a:pt x="1591643" y="902277"/>
                </a:cubicBezTo>
                <a:cubicBezTo>
                  <a:pt x="1591643" y="891838"/>
                  <a:pt x="1592589" y="881943"/>
                  <a:pt x="1594482" y="872593"/>
                </a:cubicBezTo>
                <a:cubicBezTo>
                  <a:pt x="1596375" y="863243"/>
                  <a:pt x="1599616" y="855069"/>
                  <a:pt x="1604205" y="848071"/>
                </a:cubicBezTo>
                <a:cubicBezTo>
                  <a:pt x="1608794" y="841073"/>
                  <a:pt x="1614817" y="835481"/>
                  <a:pt x="1622274" y="831293"/>
                </a:cubicBezTo>
                <a:cubicBezTo>
                  <a:pt x="1629731" y="827106"/>
                  <a:pt x="1639023" y="825012"/>
                  <a:pt x="1650151" y="825012"/>
                </a:cubicBezTo>
                <a:close/>
                <a:moveTo>
                  <a:pt x="437439" y="814171"/>
                </a:moveTo>
                <a:cubicBezTo>
                  <a:pt x="441799" y="814171"/>
                  <a:pt x="445584" y="814687"/>
                  <a:pt x="448797" y="815720"/>
                </a:cubicBezTo>
                <a:cubicBezTo>
                  <a:pt x="452009" y="816752"/>
                  <a:pt x="454705" y="818158"/>
                  <a:pt x="456885" y="819936"/>
                </a:cubicBezTo>
                <a:cubicBezTo>
                  <a:pt x="459064" y="821714"/>
                  <a:pt x="460670" y="823808"/>
                  <a:pt x="461703" y="826217"/>
                </a:cubicBezTo>
                <a:cubicBezTo>
                  <a:pt x="462735" y="828626"/>
                  <a:pt x="463252" y="831207"/>
                  <a:pt x="463252" y="833961"/>
                </a:cubicBezTo>
                <a:cubicBezTo>
                  <a:pt x="463252" y="837058"/>
                  <a:pt x="462678" y="840070"/>
                  <a:pt x="461531" y="842995"/>
                </a:cubicBezTo>
                <a:cubicBezTo>
                  <a:pt x="460384" y="845920"/>
                  <a:pt x="458433" y="848846"/>
                  <a:pt x="455680" y="851771"/>
                </a:cubicBezTo>
                <a:cubicBezTo>
                  <a:pt x="452927" y="854697"/>
                  <a:pt x="449284" y="857708"/>
                  <a:pt x="444753" y="860806"/>
                </a:cubicBezTo>
                <a:cubicBezTo>
                  <a:pt x="440221" y="863903"/>
                  <a:pt x="434571" y="867287"/>
                  <a:pt x="427803" y="870958"/>
                </a:cubicBezTo>
                <a:cubicBezTo>
                  <a:pt x="425049" y="867287"/>
                  <a:pt x="422583" y="863874"/>
                  <a:pt x="420403" y="860720"/>
                </a:cubicBezTo>
                <a:cubicBezTo>
                  <a:pt x="418223" y="857565"/>
                  <a:pt x="416416" y="854582"/>
                  <a:pt x="414982" y="851771"/>
                </a:cubicBezTo>
                <a:cubicBezTo>
                  <a:pt x="413548" y="848960"/>
                  <a:pt x="412430" y="846265"/>
                  <a:pt x="411627" y="843683"/>
                </a:cubicBezTo>
                <a:cubicBezTo>
                  <a:pt x="410824" y="841102"/>
                  <a:pt x="410422" y="838607"/>
                  <a:pt x="410422" y="836198"/>
                </a:cubicBezTo>
                <a:cubicBezTo>
                  <a:pt x="410422" y="833100"/>
                  <a:pt x="410938" y="830204"/>
                  <a:pt x="411971" y="827508"/>
                </a:cubicBezTo>
                <a:cubicBezTo>
                  <a:pt x="413003" y="824812"/>
                  <a:pt x="414610" y="822460"/>
                  <a:pt x="416789" y="820452"/>
                </a:cubicBezTo>
                <a:cubicBezTo>
                  <a:pt x="418969" y="818445"/>
                  <a:pt x="421751" y="816896"/>
                  <a:pt x="425135" y="815806"/>
                </a:cubicBezTo>
                <a:cubicBezTo>
                  <a:pt x="428520" y="814716"/>
                  <a:pt x="432621" y="814171"/>
                  <a:pt x="437439" y="814171"/>
                </a:cubicBezTo>
                <a:close/>
                <a:moveTo>
                  <a:pt x="2901568" y="791800"/>
                </a:moveTo>
                <a:cubicBezTo>
                  <a:pt x="2897782" y="791800"/>
                  <a:pt x="2894598" y="792919"/>
                  <a:pt x="2892017" y="795156"/>
                </a:cubicBezTo>
                <a:cubicBezTo>
                  <a:pt x="2889436" y="797393"/>
                  <a:pt x="2888145" y="801036"/>
                  <a:pt x="2888145" y="806083"/>
                </a:cubicBezTo>
                <a:lnTo>
                  <a:pt x="2888145" y="1008280"/>
                </a:lnTo>
                <a:cubicBezTo>
                  <a:pt x="2888145" y="1009427"/>
                  <a:pt x="2888490" y="1010460"/>
                  <a:pt x="2889178" y="1011378"/>
                </a:cubicBezTo>
                <a:cubicBezTo>
                  <a:pt x="2889866" y="1012296"/>
                  <a:pt x="2891071" y="1013041"/>
                  <a:pt x="2892792" y="1013615"/>
                </a:cubicBezTo>
                <a:cubicBezTo>
                  <a:pt x="2894512" y="1014188"/>
                  <a:pt x="2896836" y="1014647"/>
                  <a:pt x="2899761" y="1014991"/>
                </a:cubicBezTo>
                <a:cubicBezTo>
                  <a:pt x="2902686" y="1015336"/>
                  <a:pt x="2906329" y="1015508"/>
                  <a:pt x="2910688" y="1015508"/>
                </a:cubicBezTo>
                <a:cubicBezTo>
                  <a:pt x="2915162" y="1015508"/>
                  <a:pt x="2918833" y="1015336"/>
                  <a:pt x="2921701" y="1014991"/>
                </a:cubicBezTo>
                <a:cubicBezTo>
                  <a:pt x="2924570" y="1014647"/>
                  <a:pt x="2926864" y="1014188"/>
                  <a:pt x="2928585" y="1013615"/>
                </a:cubicBezTo>
                <a:cubicBezTo>
                  <a:pt x="2930306" y="1013041"/>
                  <a:pt x="2931539" y="1012296"/>
                  <a:pt x="2932285" y="1011378"/>
                </a:cubicBezTo>
                <a:cubicBezTo>
                  <a:pt x="2933030" y="1010460"/>
                  <a:pt x="2933403" y="1009427"/>
                  <a:pt x="2933403" y="1008280"/>
                </a:cubicBezTo>
                <a:lnTo>
                  <a:pt x="2933403" y="923444"/>
                </a:lnTo>
                <a:lnTo>
                  <a:pt x="2947514" y="923444"/>
                </a:lnTo>
                <a:cubicBezTo>
                  <a:pt x="2952332" y="923444"/>
                  <a:pt x="2956577" y="924189"/>
                  <a:pt x="2960248" y="925681"/>
                </a:cubicBezTo>
                <a:cubicBezTo>
                  <a:pt x="2963919" y="927172"/>
                  <a:pt x="2967160" y="929380"/>
                  <a:pt x="2969971" y="932306"/>
                </a:cubicBezTo>
                <a:cubicBezTo>
                  <a:pt x="2972781" y="935231"/>
                  <a:pt x="2975334" y="938874"/>
                  <a:pt x="2977628" y="943233"/>
                </a:cubicBezTo>
                <a:cubicBezTo>
                  <a:pt x="2979923" y="947592"/>
                  <a:pt x="2982274" y="952583"/>
                  <a:pt x="2984684" y="958204"/>
                </a:cubicBezTo>
                <a:lnTo>
                  <a:pt x="3004645" y="1007936"/>
                </a:lnTo>
                <a:cubicBezTo>
                  <a:pt x="3005104" y="1009313"/>
                  <a:pt x="3005678" y="1010489"/>
                  <a:pt x="3006366" y="1011464"/>
                </a:cubicBezTo>
                <a:cubicBezTo>
                  <a:pt x="3007054" y="1012439"/>
                  <a:pt x="3008230" y="1013242"/>
                  <a:pt x="3009894" y="1013873"/>
                </a:cubicBezTo>
                <a:cubicBezTo>
                  <a:pt x="3011557" y="1014504"/>
                  <a:pt x="3013823" y="1014934"/>
                  <a:pt x="3016691" y="1015164"/>
                </a:cubicBezTo>
                <a:cubicBezTo>
                  <a:pt x="3019559" y="1015393"/>
                  <a:pt x="3023402" y="1015508"/>
                  <a:pt x="3028221" y="1015508"/>
                </a:cubicBezTo>
                <a:cubicBezTo>
                  <a:pt x="3033957" y="1015508"/>
                  <a:pt x="3038488" y="1015393"/>
                  <a:pt x="3041815" y="1015164"/>
                </a:cubicBezTo>
                <a:cubicBezTo>
                  <a:pt x="3045142" y="1014934"/>
                  <a:pt x="3047666" y="1014533"/>
                  <a:pt x="3049387" y="1013959"/>
                </a:cubicBezTo>
                <a:cubicBezTo>
                  <a:pt x="3051107" y="1013385"/>
                  <a:pt x="3052197" y="1012668"/>
                  <a:pt x="3052656" y="1011808"/>
                </a:cubicBezTo>
                <a:cubicBezTo>
                  <a:pt x="3053115" y="1010948"/>
                  <a:pt x="3053345" y="1009886"/>
                  <a:pt x="3053345" y="1008624"/>
                </a:cubicBezTo>
                <a:cubicBezTo>
                  <a:pt x="3053345" y="1007477"/>
                  <a:pt x="3053058" y="1005900"/>
                  <a:pt x="3052484" y="1003892"/>
                </a:cubicBezTo>
                <a:cubicBezTo>
                  <a:pt x="3051911" y="1001885"/>
                  <a:pt x="3050763" y="998701"/>
                  <a:pt x="3049043" y="994342"/>
                </a:cubicBezTo>
                <a:lnTo>
                  <a:pt x="3030286" y="950461"/>
                </a:lnTo>
                <a:cubicBezTo>
                  <a:pt x="3028106" y="945183"/>
                  <a:pt x="3025869" y="940451"/>
                  <a:pt x="3023574" y="936264"/>
                </a:cubicBezTo>
                <a:cubicBezTo>
                  <a:pt x="3021280" y="932076"/>
                  <a:pt x="3018842" y="928348"/>
                  <a:pt x="3016261" y="925078"/>
                </a:cubicBezTo>
                <a:cubicBezTo>
                  <a:pt x="3013680" y="921809"/>
                  <a:pt x="3010926" y="919027"/>
                  <a:pt x="3008001" y="916732"/>
                </a:cubicBezTo>
                <a:cubicBezTo>
                  <a:pt x="3005075" y="914438"/>
                  <a:pt x="3001949" y="912488"/>
                  <a:pt x="2998622" y="910882"/>
                </a:cubicBezTo>
                <a:cubicBezTo>
                  <a:pt x="3005506" y="908702"/>
                  <a:pt x="3011643" y="905834"/>
                  <a:pt x="3017035" y="902277"/>
                </a:cubicBezTo>
                <a:cubicBezTo>
                  <a:pt x="3022427" y="898721"/>
                  <a:pt x="3026959" y="894534"/>
                  <a:pt x="3030630" y="889715"/>
                </a:cubicBezTo>
                <a:cubicBezTo>
                  <a:pt x="3034301" y="884897"/>
                  <a:pt x="3037083" y="879419"/>
                  <a:pt x="3038976" y="873282"/>
                </a:cubicBezTo>
                <a:cubicBezTo>
                  <a:pt x="3040869" y="867144"/>
                  <a:pt x="3041815" y="860347"/>
                  <a:pt x="3041815" y="852890"/>
                </a:cubicBezTo>
                <a:cubicBezTo>
                  <a:pt x="3041815" y="844056"/>
                  <a:pt x="3040496" y="836226"/>
                  <a:pt x="3037857" y="829400"/>
                </a:cubicBezTo>
                <a:cubicBezTo>
                  <a:pt x="3035219" y="822575"/>
                  <a:pt x="3031404" y="816666"/>
                  <a:pt x="3026414" y="811676"/>
                </a:cubicBezTo>
                <a:cubicBezTo>
                  <a:pt x="3021423" y="806686"/>
                  <a:pt x="3015343" y="802642"/>
                  <a:pt x="3008173" y="799544"/>
                </a:cubicBezTo>
                <a:cubicBezTo>
                  <a:pt x="3001003" y="796447"/>
                  <a:pt x="2992944" y="794267"/>
                  <a:pt x="2983995" y="793005"/>
                </a:cubicBezTo>
                <a:cubicBezTo>
                  <a:pt x="2980898" y="792661"/>
                  <a:pt x="2977456" y="792374"/>
                  <a:pt x="2973670" y="792145"/>
                </a:cubicBezTo>
                <a:cubicBezTo>
                  <a:pt x="2969885" y="791915"/>
                  <a:pt x="2965066" y="791800"/>
                  <a:pt x="2959215" y="791800"/>
                </a:cubicBezTo>
                <a:close/>
                <a:moveTo>
                  <a:pt x="2730118" y="791800"/>
                </a:moveTo>
                <a:cubicBezTo>
                  <a:pt x="2726332" y="791800"/>
                  <a:pt x="2723148" y="792919"/>
                  <a:pt x="2720567" y="795156"/>
                </a:cubicBezTo>
                <a:cubicBezTo>
                  <a:pt x="2717986" y="797393"/>
                  <a:pt x="2716695" y="801036"/>
                  <a:pt x="2716695" y="806083"/>
                </a:cubicBezTo>
                <a:lnTo>
                  <a:pt x="2716695" y="1000192"/>
                </a:lnTo>
                <a:cubicBezTo>
                  <a:pt x="2716695" y="1005240"/>
                  <a:pt x="2717986" y="1008883"/>
                  <a:pt x="2720567" y="1011120"/>
                </a:cubicBezTo>
                <a:cubicBezTo>
                  <a:pt x="2723148" y="1013357"/>
                  <a:pt x="2726332" y="1014475"/>
                  <a:pt x="2730118" y="1014475"/>
                </a:cubicBezTo>
                <a:lnTo>
                  <a:pt x="2841971" y="1014475"/>
                </a:lnTo>
                <a:cubicBezTo>
                  <a:pt x="2843004" y="1014475"/>
                  <a:pt x="2843950" y="1014160"/>
                  <a:pt x="2844811" y="1013529"/>
                </a:cubicBezTo>
                <a:cubicBezTo>
                  <a:pt x="2845671" y="1012898"/>
                  <a:pt x="2846388" y="1011894"/>
                  <a:pt x="2846962" y="1010517"/>
                </a:cubicBezTo>
                <a:cubicBezTo>
                  <a:pt x="2847536" y="1009141"/>
                  <a:pt x="2847966" y="1007334"/>
                  <a:pt x="2848252" y="1005097"/>
                </a:cubicBezTo>
                <a:cubicBezTo>
                  <a:pt x="2848539" y="1002860"/>
                  <a:pt x="2848683" y="1000078"/>
                  <a:pt x="2848683" y="996751"/>
                </a:cubicBezTo>
                <a:cubicBezTo>
                  <a:pt x="2848683" y="993424"/>
                  <a:pt x="2848539" y="990642"/>
                  <a:pt x="2848252" y="988405"/>
                </a:cubicBezTo>
                <a:cubicBezTo>
                  <a:pt x="2847966" y="986168"/>
                  <a:pt x="2847536" y="984361"/>
                  <a:pt x="2846962" y="982984"/>
                </a:cubicBezTo>
                <a:cubicBezTo>
                  <a:pt x="2846388" y="981607"/>
                  <a:pt x="2845671" y="980604"/>
                  <a:pt x="2844811" y="979973"/>
                </a:cubicBezTo>
                <a:cubicBezTo>
                  <a:pt x="2843950" y="979342"/>
                  <a:pt x="2843004" y="979026"/>
                  <a:pt x="2841971" y="979026"/>
                </a:cubicBezTo>
                <a:lnTo>
                  <a:pt x="2761781" y="979026"/>
                </a:lnTo>
                <a:lnTo>
                  <a:pt x="2761781" y="916216"/>
                </a:lnTo>
                <a:lnTo>
                  <a:pt x="2829065" y="916216"/>
                </a:lnTo>
                <a:cubicBezTo>
                  <a:pt x="2830098" y="916216"/>
                  <a:pt x="2831044" y="915929"/>
                  <a:pt x="2831905" y="915356"/>
                </a:cubicBezTo>
                <a:cubicBezTo>
                  <a:pt x="2832765" y="914782"/>
                  <a:pt x="2833482" y="913836"/>
                  <a:pt x="2834056" y="912516"/>
                </a:cubicBezTo>
                <a:cubicBezTo>
                  <a:pt x="2834629" y="911197"/>
                  <a:pt x="2835060" y="909448"/>
                  <a:pt x="2835346" y="907268"/>
                </a:cubicBezTo>
                <a:cubicBezTo>
                  <a:pt x="2835633" y="905088"/>
                  <a:pt x="2835776" y="902335"/>
                  <a:pt x="2835776" y="899008"/>
                </a:cubicBezTo>
                <a:cubicBezTo>
                  <a:pt x="2835776" y="895796"/>
                  <a:pt x="2835633" y="893071"/>
                  <a:pt x="2835346" y="890834"/>
                </a:cubicBezTo>
                <a:cubicBezTo>
                  <a:pt x="2835060" y="888597"/>
                  <a:pt x="2834629" y="886819"/>
                  <a:pt x="2834056" y="885499"/>
                </a:cubicBezTo>
                <a:cubicBezTo>
                  <a:pt x="2833482" y="884180"/>
                  <a:pt x="2832765" y="883205"/>
                  <a:pt x="2831905" y="882574"/>
                </a:cubicBezTo>
                <a:cubicBezTo>
                  <a:pt x="2831044" y="881943"/>
                  <a:pt x="2830098" y="881628"/>
                  <a:pt x="2829065" y="881628"/>
                </a:cubicBezTo>
                <a:lnTo>
                  <a:pt x="2761781" y="881628"/>
                </a:lnTo>
                <a:lnTo>
                  <a:pt x="2761781" y="827249"/>
                </a:lnTo>
                <a:lnTo>
                  <a:pt x="2841283" y="827249"/>
                </a:lnTo>
                <a:cubicBezTo>
                  <a:pt x="2842316" y="827249"/>
                  <a:pt x="2843234" y="826934"/>
                  <a:pt x="2844036" y="826303"/>
                </a:cubicBezTo>
                <a:cubicBezTo>
                  <a:pt x="2844840" y="825672"/>
                  <a:pt x="2845528" y="824668"/>
                  <a:pt x="2846101" y="823292"/>
                </a:cubicBezTo>
                <a:cubicBezTo>
                  <a:pt x="2846675" y="821915"/>
                  <a:pt x="2847105" y="820108"/>
                  <a:pt x="2847392" y="817871"/>
                </a:cubicBezTo>
                <a:cubicBezTo>
                  <a:pt x="2847679" y="815634"/>
                  <a:pt x="2847822" y="812909"/>
                  <a:pt x="2847822" y="809697"/>
                </a:cubicBezTo>
                <a:cubicBezTo>
                  <a:pt x="2847822" y="806255"/>
                  <a:pt x="2847679" y="803416"/>
                  <a:pt x="2847392" y="801179"/>
                </a:cubicBezTo>
                <a:cubicBezTo>
                  <a:pt x="2847105" y="798942"/>
                  <a:pt x="2846675" y="797106"/>
                  <a:pt x="2846101" y="795672"/>
                </a:cubicBezTo>
                <a:cubicBezTo>
                  <a:pt x="2845528" y="794238"/>
                  <a:pt x="2844840" y="793234"/>
                  <a:pt x="2844036" y="792661"/>
                </a:cubicBezTo>
                <a:cubicBezTo>
                  <a:pt x="2843234" y="792087"/>
                  <a:pt x="2842316" y="791800"/>
                  <a:pt x="2841283" y="791800"/>
                </a:cubicBezTo>
                <a:close/>
                <a:moveTo>
                  <a:pt x="1348993" y="791800"/>
                </a:moveTo>
                <a:cubicBezTo>
                  <a:pt x="1345207" y="791800"/>
                  <a:pt x="1342023" y="792919"/>
                  <a:pt x="1339442" y="795156"/>
                </a:cubicBezTo>
                <a:cubicBezTo>
                  <a:pt x="1336861" y="797393"/>
                  <a:pt x="1335570" y="801036"/>
                  <a:pt x="1335570" y="806083"/>
                </a:cubicBezTo>
                <a:lnTo>
                  <a:pt x="1335570" y="1000192"/>
                </a:lnTo>
                <a:cubicBezTo>
                  <a:pt x="1335570" y="1005240"/>
                  <a:pt x="1336861" y="1008883"/>
                  <a:pt x="1339442" y="1011120"/>
                </a:cubicBezTo>
                <a:cubicBezTo>
                  <a:pt x="1342023" y="1013357"/>
                  <a:pt x="1345207" y="1014475"/>
                  <a:pt x="1348993" y="1014475"/>
                </a:cubicBezTo>
                <a:lnTo>
                  <a:pt x="1402166" y="1014475"/>
                </a:lnTo>
                <a:cubicBezTo>
                  <a:pt x="1421898" y="1014475"/>
                  <a:pt x="1438906" y="1012324"/>
                  <a:pt x="1453189" y="1008022"/>
                </a:cubicBezTo>
                <a:cubicBezTo>
                  <a:pt x="1467472" y="1003720"/>
                  <a:pt x="1479603" y="996980"/>
                  <a:pt x="1489584" y="987802"/>
                </a:cubicBezTo>
                <a:cubicBezTo>
                  <a:pt x="1499565" y="978625"/>
                  <a:pt x="1507223" y="966780"/>
                  <a:pt x="1512557" y="952267"/>
                </a:cubicBezTo>
                <a:cubicBezTo>
                  <a:pt x="1517892" y="937755"/>
                  <a:pt x="1520559" y="920289"/>
                  <a:pt x="1520559" y="899868"/>
                </a:cubicBezTo>
                <a:cubicBezTo>
                  <a:pt x="1520559" y="882201"/>
                  <a:pt x="1518093" y="866656"/>
                  <a:pt x="1513159" y="853234"/>
                </a:cubicBezTo>
                <a:cubicBezTo>
                  <a:pt x="1508226" y="839811"/>
                  <a:pt x="1501028" y="828540"/>
                  <a:pt x="1491563" y="819420"/>
                </a:cubicBezTo>
                <a:cubicBezTo>
                  <a:pt x="1482099" y="810299"/>
                  <a:pt x="1470454" y="803416"/>
                  <a:pt x="1456630" y="798770"/>
                </a:cubicBezTo>
                <a:cubicBezTo>
                  <a:pt x="1442806" y="794124"/>
                  <a:pt x="1425971" y="791800"/>
                  <a:pt x="1406124" y="791800"/>
                </a:cubicBezTo>
                <a:close/>
                <a:moveTo>
                  <a:pt x="1270793" y="791112"/>
                </a:moveTo>
                <a:cubicBezTo>
                  <a:pt x="1266663" y="791112"/>
                  <a:pt x="1263279" y="791256"/>
                  <a:pt x="1260640" y="791542"/>
                </a:cubicBezTo>
                <a:cubicBezTo>
                  <a:pt x="1258001" y="791829"/>
                  <a:pt x="1255879" y="792317"/>
                  <a:pt x="1254273" y="793005"/>
                </a:cubicBezTo>
                <a:cubicBezTo>
                  <a:pt x="1252667" y="793693"/>
                  <a:pt x="1251520" y="794496"/>
                  <a:pt x="1250831" y="795414"/>
                </a:cubicBezTo>
                <a:cubicBezTo>
                  <a:pt x="1250143" y="796332"/>
                  <a:pt x="1249799" y="797364"/>
                  <a:pt x="1249799" y="798512"/>
                </a:cubicBezTo>
                <a:lnTo>
                  <a:pt x="1249799" y="902966"/>
                </a:lnTo>
                <a:cubicBezTo>
                  <a:pt x="1249799" y="910882"/>
                  <a:pt x="1249885" y="919199"/>
                  <a:pt x="1250057" y="927918"/>
                </a:cubicBezTo>
                <a:cubicBezTo>
                  <a:pt x="1250229" y="936637"/>
                  <a:pt x="1250487" y="945011"/>
                  <a:pt x="1250831" y="953042"/>
                </a:cubicBezTo>
                <a:lnTo>
                  <a:pt x="1250659" y="953042"/>
                </a:lnTo>
                <a:cubicBezTo>
                  <a:pt x="1248594" y="948453"/>
                  <a:pt x="1246472" y="943864"/>
                  <a:pt x="1244292" y="939275"/>
                </a:cubicBezTo>
                <a:cubicBezTo>
                  <a:pt x="1242112" y="934686"/>
                  <a:pt x="1239875" y="930011"/>
                  <a:pt x="1237581" y="925250"/>
                </a:cubicBezTo>
                <a:cubicBezTo>
                  <a:pt x="1235286" y="920489"/>
                  <a:pt x="1232906" y="915729"/>
                  <a:pt x="1230439" y="910968"/>
                </a:cubicBezTo>
                <a:cubicBezTo>
                  <a:pt x="1227973" y="906207"/>
                  <a:pt x="1225478" y="901360"/>
                  <a:pt x="1222954" y="896427"/>
                </a:cubicBezTo>
                <a:lnTo>
                  <a:pt x="1179589" y="815032"/>
                </a:lnTo>
                <a:cubicBezTo>
                  <a:pt x="1177409" y="810557"/>
                  <a:pt x="1175287" y="806800"/>
                  <a:pt x="1173222" y="803760"/>
                </a:cubicBezTo>
                <a:cubicBezTo>
                  <a:pt x="1171157" y="800720"/>
                  <a:pt x="1168949" y="798340"/>
                  <a:pt x="1166597" y="796619"/>
                </a:cubicBezTo>
                <a:cubicBezTo>
                  <a:pt x="1164245" y="794898"/>
                  <a:pt x="1161578" y="793665"/>
                  <a:pt x="1158595" y="792919"/>
                </a:cubicBezTo>
                <a:cubicBezTo>
                  <a:pt x="1155612" y="792173"/>
                  <a:pt x="1151941" y="791800"/>
                  <a:pt x="1147582" y="791800"/>
                </a:cubicBezTo>
                <a:lnTo>
                  <a:pt x="1123318" y="791800"/>
                </a:lnTo>
                <a:cubicBezTo>
                  <a:pt x="1118729" y="791800"/>
                  <a:pt x="1114858" y="793148"/>
                  <a:pt x="1111703" y="795844"/>
                </a:cubicBezTo>
                <a:cubicBezTo>
                  <a:pt x="1108548" y="798540"/>
                  <a:pt x="1106970" y="802584"/>
                  <a:pt x="1106970" y="807976"/>
                </a:cubicBezTo>
                <a:lnTo>
                  <a:pt x="1106970" y="1008108"/>
                </a:lnTo>
                <a:cubicBezTo>
                  <a:pt x="1106970" y="1009255"/>
                  <a:pt x="1107257" y="1010288"/>
                  <a:pt x="1107831" y="1011206"/>
                </a:cubicBezTo>
                <a:cubicBezTo>
                  <a:pt x="1108404" y="1012123"/>
                  <a:pt x="1109437" y="1012898"/>
                  <a:pt x="1110928" y="1013529"/>
                </a:cubicBezTo>
                <a:cubicBezTo>
                  <a:pt x="1112420" y="1014160"/>
                  <a:pt x="1114485" y="1014647"/>
                  <a:pt x="1117123" y="1014991"/>
                </a:cubicBezTo>
                <a:cubicBezTo>
                  <a:pt x="1119762" y="1015336"/>
                  <a:pt x="1123089" y="1015508"/>
                  <a:pt x="1127104" y="1015508"/>
                </a:cubicBezTo>
                <a:cubicBezTo>
                  <a:pt x="1131234" y="1015508"/>
                  <a:pt x="1134618" y="1015336"/>
                  <a:pt x="1137257" y="1014991"/>
                </a:cubicBezTo>
                <a:cubicBezTo>
                  <a:pt x="1139896" y="1014647"/>
                  <a:pt x="1141989" y="1014160"/>
                  <a:pt x="1143538" y="1013529"/>
                </a:cubicBezTo>
                <a:cubicBezTo>
                  <a:pt x="1145087" y="1012898"/>
                  <a:pt x="1146177" y="1012123"/>
                  <a:pt x="1146808" y="1011206"/>
                </a:cubicBezTo>
                <a:cubicBezTo>
                  <a:pt x="1147438" y="1010288"/>
                  <a:pt x="1147754" y="1009255"/>
                  <a:pt x="1147754" y="1008108"/>
                </a:cubicBezTo>
                <a:lnTo>
                  <a:pt x="1147754" y="891608"/>
                </a:lnTo>
                <a:cubicBezTo>
                  <a:pt x="1147754" y="882889"/>
                  <a:pt x="1147639" y="874429"/>
                  <a:pt x="1147410" y="866226"/>
                </a:cubicBezTo>
                <a:cubicBezTo>
                  <a:pt x="1147180" y="858024"/>
                  <a:pt x="1146836" y="849792"/>
                  <a:pt x="1146377" y="841532"/>
                </a:cubicBezTo>
                <a:lnTo>
                  <a:pt x="1146721" y="841532"/>
                </a:lnTo>
                <a:cubicBezTo>
                  <a:pt x="1149360" y="848301"/>
                  <a:pt x="1152343" y="855270"/>
                  <a:pt x="1155670" y="862440"/>
                </a:cubicBezTo>
                <a:cubicBezTo>
                  <a:pt x="1158997" y="869610"/>
                  <a:pt x="1162266" y="876293"/>
                  <a:pt x="1165478" y="882488"/>
                </a:cubicBezTo>
                <a:lnTo>
                  <a:pt x="1220889" y="986598"/>
                </a:lnTo>
                <a:cubicBezTo>
                  <a:pt x="1223757" y="992334"/>
                  <a:pt x="1226338" y="997009"/>
                  <a:pt x="1228633" y="1000623"/>
                </a:cubicBezTo>
                <a:cubicBezTo>
                  <a:pt x="1230927" y="1004236"/>
                  <a:pt x="1233308" y="1007104"/>
                  <a:pt x="1235774" y="1009227"/>
                </a:cubicBezTo>
                <a:cubicBezTo>
                  <a:pt x="1238241" y="1011349"/>
                  <a:pt x="1240937" y="1012812"/>
                  <a:pt x="1243862" y="1013615"/>
                </a:cubicBezTo>
                <a:cubicBezTo>
                  <a:pt x="1246787" y="1014418"/>
                  <a:pt x="1250258" y="1014819"/>
                  <a:pt x="1254273" y="1014819"/>
                </a:cubicBezTo>
                <a:lnTo>
                  <a:pt x="1273546" y="1014819"/>
                </a:lnTo>
                <a:cubicBezTo>
                  <a:pt x="1275726" y="1014819"/>
                  <a:pt x="1277877" y="1014504"/>
                  <a:pt x="1279999" y="1013873"/>
                </a:cubicBezTo>
                <a:cubicBezTo>
                  <a:pt x="1282122" y="1013242"/>
                  <a:pt x="1283957" y="1012238"/>
                  <a:pt x="1285506" y="1010862"/>
                </a:cubicBezTo>
                <a:cubicBezTo>
                  <a:pt x="1287055" y="1009485"/>
                  <a:pt x="1288288" y="1007764"/>
                  <a:pt x="1289206" y="1005699"/>
                </a:cubicBezTo>
                <a:cubicBezTo>
                  <a:pt x="1290124" y="1003634"/>
                  <a:pt x="1290582" y="1001282"/>
                  <a:pt x="1290582" y="998644"/>
                </a:cubicBezTo>
                <a:lnTo>
                  <a:pt x="1290582" y="798512"/>
                </a:lnTo>
                <a:cubicBezTo>
                  <a:pt x="1290582" y="797364"/>
                  <a:pt x="1290296" y="796332"/>
                  <a:pt x="1289722" y="795414"/>
                </a:cubicBezTo>
                <a:cubicBezTo>
                  <a:pt x="1289148" y="794496"/>
                  <a:pt x="1288145" y="793693"/>
                  <a:pt x="1286711" y="793005"/>
                </a:cubicBezTo>
                <a:cubicBezTo>
                  <a:pt x="1285277" y="792317"/>
                  <a:pt x="1283240" y="791829"/>
                  <a:pt x="1280602" y="791542"/>
                </a:cubicBezTo>
                <a:cubicBezTo>
                  <a:pt x="1277963" y="791256"/>
                  <a:pt x="1274693" y="791112"/>
                  <a:pt x="1270793" y="791112"/>
                </a:cubicBezTo>
                <a:close/>
                <a:moveTo>
                  <a:pt x="2538301" y="790768"/>
                </a:moveTo>
                <a:cubicBezTo>
                  <a:pt x="2531992" y="790768"/>
                  <a:pt x="2527059" y="790911"/>
                  <a:pt x="2523502" y="791198"/>
                </a:cubicBezTo>
                <a:cubicBezTo>
                  <a:pt x="2519946" y="791485"/>
                  <a:pt x="2517508" y="792231"/>
                  <a:pt x="2516189" y="793435"/>
                </a:cubicBezTo>
                <a:cubicBezTo>
                  <a:pt x="2514870" y="794640"/>
                  <a:pt x="2514525" y="796418"/>
                  <a:pt x="2515156" y="798770"/>
                </a:cubicBezTo>
                <a:cubicBezTo>
                  <a:pt x="2515787" y="801122"/>
                  <a:pt x="2517193" y="804420"/>
                  <a:pt x="2519372" y="808665"/>
                </a:cubicBezTo>
                <a:lnTo>
                  <a:pt x="2580289" y="929983"/>
                </a:lnTo>
                <a:lnTo>
                  <a:pt x="2580289" y="1008280"/>
                </a:lnTo>
                <a:cubicBezTo>
                  <a:pt x="2580289" y="1009427"/>
                  <a:pt x="2580634" y="1010460"/>
                  <a:pt x="2581322" y="1011378"/>
                </a:cubicBezTo>
                <a:cubicBezTo>
                  <a:pt x="2582010" y="1012296"/>
                  <a:pt x="2583244" y="1013041"/>
                  <a:pt x="2585022" y="1013615"/>
                </a:cubicBezTo>
                <a:cubicBezTo>
                  <a:pt x="2586800" y="1014188"/>
                  <a:pt x="2589123" y="1014647"/>
                  <a:pt x="2591991" y="1014991"/>
                </a:cubicBezTo>
                <a:cubicBezTo>
                  <a:pt x="2594859" y="1015336"/>
                  <a:pt x="2598530" y="1015508"/>
                  <a:pt x="2603004" y="1015508"/>
                </a:cubicBezTo>
                <a:cubicBezTo>
                  <a:pt x="2607364" y="1015508"/>
                  <a:pt x="2611006" y="1015336"/>
                  <a:pt x="2613932" y="1014991"/>
                </a:cubicBezTo>
                <a:cubicBezTo>
                  <a:pt x="2616857" y="1014647"/>
                  <a:pt x="2619180" y="1014188"/>
                  <a:pt x="2620901" y="1013615"/>
                </a:cubicBezTo>
                <a:cubicBezTo>
                  <a:pt x="2622622" y="1013041"/>
                  <a:pt x="2623855" y="1012296"/>
                  <a:pt x="2624601" y="1011378"/>
                </a:cubicBezTo>
                <a:cubicBezTo>
                  <a:pt x="2625347" y="1010460"/>
                  <a:pt x="2625719" y="1009427"/>
                  <a:pt x="2625719" y="1008280"/>
                </a:cubicBezTo>
                <a:lnTo>
                  <a:pt x="2625719" y="929983"/>
                </a:lnTo>
                <a:lnTo>
                  <a:pt x="2686636" y="808665"/>
                </a:lnTo>
                <a:cubicBezTo>
                  <a:pt x="2688701" y="804535"/>
                  <a:pt x="2690078" y="801265"/>
                  <a:pt x="2690766" y="798856"/>
                </a:cubicBezTo>
                <a:cubicBezTo>
                  <a:pt x="2691455" y="796447"/>
                  <a:pt x="2691139" y="794640"/>
                  <a:pt x="2689820" y="793435"/>
                </a:cubicBezTo>
                <a:cubicBezTo>
                  <a:pt x="2688501" y="792231"/>
                  <a:pt x="2686034" y="791485"/>
                  <a:pt x="2682420" y="791198"/>
                </a:cubicBezTo>
                <a:cubicBezTo>
                  <a:pt x="2678807" y="790911"/>
                  <a:pt x="2673730" y="790768"/>
                  <a:pt x="2667191" y="790768"/>
                </a:cubicBezTo>
                <a:cubicBezTo>
                  <a:pt x="2662258" y="790768"/>
                  <a:pt x="2658300" y="790883"/>
                  <a:pt x="2655317" y="791112"/>
                </a:cubicBezTo>
                <a:cubicBezTo>
                  <a:pt x="2652335" y="791342"/>
                  <a:pt x="2649983" y="791800"/>
                  <a:pt x="2648262" y="792489"/>
                </a:cubicBezTo>
                <a:cubicBezTo>
                  <a:pt x="2646541" y="793177"/>
                  <a:pt x="2645251" y="794066"/>
                  <a:pt x="2644390" y="795156"/>
                </a:cubicBezTo>
                <a:cubicBezTo>
                  <a:pt x="2643530" y="796246"/>
                  <a:pt x="2642813" y="797709"/>
                  <a:pt x="2642239" y="799544"/>
                </a:cubicBezTo>
                <a:lnTo>
                  <a:pt x="2617803" y="853922"/>
                </a:lnTo>
                <a:cubicBezTo>
                  <a:pt x="2615624" y="859199"/>
                  <a:pt x="2613387" y="864763"/>
                  <a:pt x="2611092" y="870614"/>
                </a:cubicBezTo>
                <a:cubicBezTo>
                  <a:pt x="2608798" y="876465"/>
                  <a:pt x="2606561" y="882488"/>
                  <a:pt x="2604381" y="888683"/>
                </a:cubicBezTo>
                <a:lnTo>
                  <a:pt x="2604037" y="888683"/>
                </a:lnTo>
                <a:cubicBezTo>
                  <a:pt x="2601628" y="882258"/>
                  <a:pt x="2599247" y="876121"/>
                  <a:pt x="2596895" y="870270"/>
                </a:cubicBezTo>
                <a:cubicBezTo>
                  <a:pt x="2594544" y="864419"/>
                  <a:pt x="2592163" y="858855"/>
                  <a:pt x="2589754" y="853578"/>
                </a:cubicBezTo>
                <a:lnTo>
                  <a:pt x="2564974" y="798856"/>
                </a:lnTo>
                <a:cubicBezTo>
                  <a:pt x="2564171" y="797250"/>
                  <a:pt x="2563339" y="795930"/>
                  <a:pt x="2562479" y="794898"/>
                </a:cubicBezTo>
                <a:cubicBezTo>
                  <a:pt x="2561618" y="793865"/>
                  <a:pt x="2560271" y="793034"/>
                  <a:pt x="2558435" y="792403"/>
                </a:cubicBezTo>
                <a:cubicBezTo>
                  <a:pt x="2556600" y="791772"/>
                  <a:pt x="2554104" y="791342"/>
                  <a:pt x="2550949" y="791112"/>
                </a:cubicBezTo>
                <a:cubicBezTo>
                  <a:pt x="2547795" y="790883"/>
                  <a:pt x="2543579" y="790768"/>
                  <a:pt x="2538301" y="790768"/>
                </a:cubicBezTo>
                <a:close/>
                <a:moveTo>
                  <a:pt x="2435452" y="790768"/>
                </a:moveTo>
                <a:cubicBezTo>
                  <a:pt x="2429601" y="790768"/>
                  <a:pt x="2424897" y="790854"/>
                  <a:pt x="2421341" y="791026"/>
                </a:cubicBezTo>
                <a:cubicBezTo>
                  <a:pt x="2417785" y="791198"/>
                  <a:pt x="2415003" y="791600"/>
                  <a:pt x="2412995" y="792231"/>
                </a:cubicBezTo>
                <a:cubicBezTo>
                  <a:pt x="2410988" y="792862"/>
                  <a:pt x="2409525" y="793779"/>
                  <a:pt x="2408607" y="794984"/>
                </a:cubicBezTo>
                <a:cubicBezTo>
                  <a:pt x="2407689" y="796189"/>
                  <a:pt x="2406886" y="797766"/>
                  <a:pt x="2406198" y="799716"/>
                </a:cubicBezTo>
                <a:lnTo>
                  <a:pt x="2337537" y="997267"/>
                </a:lnTo>
                <a:cubicBezTo>
                  <a:pt x="2336160" y="1001282"/>
                  <a:pt x="2335300" y="1004494"/>
                  <a:pt x="2334956" y="1006904"/>
                </a:cubicBezTo>
                <a:cubicBezTo>
                  <a:pt x="2334612" y="1009313"/>
                  <a:pt x="2335013" y="1011177"/>
                  <a:pt x="2336160" y="1012496"/>
                </a:cubicBezTo>
                <a:cubicBezTo>
                  <a:pt x="2337307" y="1013816"/>
                  <a:pt x="2339372" y="1014647"/>
                  <a:pt x="2342355" y="1014991"/>
                </a:cubicBezTo>
                <a:cubicBezTo>
                  <a:pt x="2345338" y="1015336"/>
                  <a:pt x="2349468" y="1015508"/>
                  <a:pt x="2354745" y="1015508"/>
                </a:cubicBezTo>
                <a:cubicBezTo>
                  <a:pt x="2359678" y="1015508"/>
                  <a:pt x="2363665" y="1015393"/>
                  <a:pt x="2366705" y="1015164"/>
                </a:cubicBezTo>
                <a:cubicBezTo>
                  <a:pt x="2369745" y="1014934"/>
                  <a:pt x="2372097" y="1014504"/>
                  <a:pt x="2373760" y="1013873"/>
                </a:cubicBezTo>
                <a:cubicBezTo>
                  <a:pt x="2375424" y="1013242"/>
                  <a:pt x="2376628" y="1012382"/>
                  <a:pt x="2377374" y="1011292"/>
                </a:cubicBezTo>
                <a:cubicBezTo>
                  <a:pt x="2378120" y="1010202"/>
                  <a:pt x="2378722" y="1008854"/>
                  <a:pt x="2379181" y="1007248"/>
                </a:cubicBezTo>
                <a:lnTo>
                  <a:pt x="2393292" y="963711"/>
                </a:lnTo>
                <a:lnTo>
                  <a:pt x="2476924" y="963711"/>
                </a:lnTo>
                <a:lnTo>
                  <a:pt x="2491895" y="1008452"/>
                </a:lnTo>
                <a:cubicBezTo>
                  <a:pt x="2492354" y="1009944"/>
                  <a:pt x="2492928" y="1011148"/>
                  <a:pt x="2493616" y="1012066"/>
                </a:cubicBezTo>
                <a:cubicBezTo>
                  <a:pt x="2494304" y="1012984"/>
                  <a:pt x="2495509" y="1013701"/>
                  <a:pt x="2497230" y="1014217"/>
                </a:cubicBezTo>
                <a:cubicBezTo>
                  <a:pt x="2498950" y="1014733"/>
                  <a:pt x="2501446" y="1015078"/>
                  <a:pt x="2504715" y="1015250"/>
                </a:cubicBezTo>
                <a:cubicBezTo>
                  <a:pt x="2507985" y="1015422"/>
                  <a:pt x="2512545" y="1015508"/>
                  <a:pt x="2518396" y="1015508"/>
                </a:cubicBezTo>
                <a:cubicBezTo>
                  <a:pt x="2524017" y="1015508"/>
                  <a:pt x="2528434" y="1015364"/>
                  <a:pt x="2531646" y="1015078"/>
                </a:cubicBezTo>
                <a:cubicBezTo>
                  <a:pt x="2534858" y="1014791"/>
                  <a:pt x="2537095" y="1014045"/>
                  <a:pt x="2538357" y="1012840"/>
                </a:cubicBezTo>
                <a:cubicBezTo>
                  <a:pt x="2539619" y="1011636"/>
                  <a:pt x="2540078" y="1009829"/>
                  <a:pt x="2539734" y="1007420"/>
                </a:cubicBezTo>
                <a:cubicBezTo>
                  <a:pt x="2539390" y="1005011"/>
                  <a:pt x="2538529" y="1001741"/>
                  <a:pt x="2537153" y="997611"/>
                </a:cubicBezTo>
                <a:lnTo>
                  <a:pt x="2468320" y="800232"/>
                </a:lnTo>
                <a:cubicBezTo>
                  <a:pt x="2467631" y="798053"/>
                  <a:pt x="2466800" y="796332"/>
                  <a:pt x="2465825" y="795070"/>
                </a:cubicBezTo>
                <a:cubicBezTo>
                  <a:pt x="2464849" y="793808"/>
                  <a:pt x="2463243" y="792862"/>
                  <a:pt x="2461006" y="792231"/>
                </a:cubicBezTo>
                <a:cubicBezTo>
                  <a:pt x="2458769" y="791600"/>
                  <a:pt x="2455643" y="791198"/>
                  <a:pt x="2451628" y="791026"/>
                </a:cubicBezTo>
                <a:cubicBezTo>
                  <a:pt x="2447612" y="790854"/>
                  <a:pt x="2442221" y="790768"/>
                  <a:pt x="2435452" y="790768"/>
                </a:cubicBezTo>
                <a:close/>
                <a:moveTo>
                  <a:pt x="2225060" y="790768"/>
                </a:moveTo>
                <a:cubicBezTo>
                  <a:pt x="2220701" y="790768"/>
                  <a:pt x="2217058" y="790940"/>
                  <a:pt x="2214133" y="791284"/>
                </a:cubicBezTo>
                <a:cubicBezTo>
                  <a:pt x="2211207" y="791628"/>
                  <a:pt x="2208884" y="792087"/>
                  <a:pt x="2207164" y="792661"/>
                </a:cubicBezTo>
                <a:cubicBezTo>
                  <a:pt x="2205443" y="793234"/>
                  <a:pt x="2204209" y="793980"/>
                  <a:pt x="2203464" y="794898"/>
                </a:cubicBezTo>
                <a:cubicBezTo>
                  <a:pt x="2202718" y="795816"/>
                  <a:pt x="2202345" y="796848"/>
                  <a:pt x="2202345" y="797995"/>
                </a:cubicBezTo>
                <a:lnTo>
                  <a:pt x="2202345" y="1000192"/>
                </a:lnTo>
                <a:cubicBezTo>
                  <a:pt x="2202345" y="1005240"/>
                  <a:pt x="2203636" y="1008883"/>
                  <a:pt x="2206217" y="1011120"/>
                </a:cubicBezTo>
                <a:cubicBezTo>
                  <a:pt x="2208798" y="1013357"/>
                  <a:pt x="2211982" y="1014475"/>
                  <a:pt x="2215768" y="1014475"/>
                </a:cubicBezTo>
                <a:lnTo>
                  <a:pt x="2317813" y="1014475"/>
                </a:lnTo>
                <a:cubicBezTo>
                  <a:pt x="2318960" y="1014475"/>
                  <a:pt x="2319964" y="1014131"/>
                  <a:pt x="2320824" y="1013443"/>
                </a:cubicBezTo>
                <a:cubicBezTo>
                  <a:pt x="2321684" y="1012754"/>
                  <a:pt x="2322402" y="1011636"/>
                  <a:pt x="2322975" y="1010087"/>
                </a:cubicBezTo>
                <a:cubicBezTo>
                  <a:pt x="2323549" y="1008538"/>
                  <a:pt x="2323979" y="1006588"/>
                  <a:pt x="2324266" y="1004236"/>
                </a:cubicBezTo>
                <a:cubicBezTo>
                  <a:pt x="2324553" y="1001885"/>
                  <a:pt x="2324696" y="998988"/>
                  <a:pt x="2324696" y="995546"/>
                </a:cubicBezTo>
                <a:cubicBezTo>
                  <a:pt x="2324696" y="992105"/>
                  <a:pt x="2324553" y="989208"/>
                  <a:pt x="2324266" y="986856"/>
                </a:cubicBezTo>
                <a:cubicBezTo>
                  <a:pt x="2323979" y="984504"/>
                  <a:pt x="2323549" y="982611"/>
                  <a:pt x="2322975" y="981177"/>
                </a:cubicBezTo>
                <a:cubicBezTo>
                  <a:pt x="2322402" y="979743"/>
                  <a:pt x="2321684" y="978711"/>
                  <a:pt x="2320824" y="978080"/>
                </a:cubicBezTo>
                <a:cubicBezTo>
                  <a:pt x="2319964" y="977449"/>
                  <a:pt x="2318960" y="977133"/>
                  <a:pt x="2317813" y="977133"/>
                </a:cubicBezTo>
                <a:lnTo>
                  <a:pt x="2247775" y="977133"/>
                </a:lnTo>
                <a:lnTo>
                  <a:pt x="2247775" y="797995"/>
                </a:lnTo>
                <a:cubicBezTo>
                  <a:pt x="2247775" y="796848"/>
                  <a:pt x="2247402" y="795816"/>
                  <a:pt x="2246656" y="794898"/>
                </a:cubicBezTo>
                <a:cubicBezTo>
                  <a:pt x="2245911" y="793980"/>
                  <a:pt x="2244678" y="793234"/>
                  <a:pt x="2242957" y="792661"/>
                </a:cubicBezTo>
                <a:cubicBezTo>
                  <a:pt x="2241236" y="792087"/>
                  <a:pt x="2238942" y="791628"/>
                  <a:pt x="2236073" y="791284"/>
                </a:cubicBezTo>
                <a:cubicBezTo>
                  <a:pt x="2233205" y="790940"/>
                  <a:pt x="2229534" y="790768"/>
                  <a:pt x="2225060" y="790768"/>
                </a:cubicBezTo>
                <a:close/>
                <a:moveTo>
                  <a:pt x="1798793" y="790768"/>
                </a:moveTo>
                <a:cubicBezTo>
                  <a:pt x="1792942" y="790768"/>
                  <a:pt x="1788382" y="790911"/>
                  <a:pt x="1785113" y="791198"/>
                </a:cubicBezTo>
                <a:cubicBezTo>
                  <a:pt x="1781843" y="791485"/>
                  <a:pt x="1779491" y="792259"/>
                  <a:pt x="1778057" y="793521"/>
                </a:cubicBezTo>
                <a:cubicBezTo>
                  <a:pt x="1776623" y="794783"/>
                  <a:pt x="1775964" y="796590"/>
                  <a:pt x="1776078" y="798942"/>
                </a:cubicBezTo>
                <a:cubicBezTo>
                  <a:pt x="1776193" y="801294"/>
                  <a:pt x="1776767" y="804535"/>
                  <a:pt x="1777799" y="808665"/>
                </a:cubicBezTo>
                <a:lnTo>
                  <a:pt x="1828391" y="1002946"/>
                </a:lnTo>
                <a:cubicBezTo>
                  <a:pt x="1829080" y="1005699"/>
                  <a:pt x="1829940" y="1007907"/>
                  <a:pt x="1830973" y="1009571"/>
                </a:cubicBezTo>
                <a:cubicBezTo>
                  <a:pt x="1832005" y="1011234"/>
                  <a:pt x="1833668" y="1012496"/>
                  <a:pt x="1835963" y="1013357"/>
                </a:cubicBezTo>
                <a:cubicBezTo>
                  <a:pt x="1838257" y="1014217"/>
                  <a:pt x="1841384" y="1014791"/>
                  <a:pt x="1845341" y="1015078"/>
                </a:cubicBezTo>
                <a:cubicBezTo>
                  <a:pt x="1849299" y="1015364"/>
                  <a:pt x="1854605" y="1015508"/>
                  <a:pt x="1861259" y="1015508"/>
                </a:cubicBezTo>
                <a:cubicBezTo>
                  <a:pt x="1867569" y="1015508"/>
                  <a:pt x="1872645" y="1015364"/>
                  <a:pt x="1876488" y="1015078"/>
                </a:cubicBezTo>
                <a:cubicBezTo>
                  <a:pt x="1880332" y="1014791"/>
                  <a:pt x="1883372" y="1014188"/>
                  <a:pt x="1885609" y="1013271"/>
                </a:cubicBezTo>
                <a:cubicBezTo>
                  <a:pt x="1887846" y="1012353"/>
                  <a:pt x="1889481" y="1011062"/>
                  <a:pt x="1890513" y="1009399"/>
                </a:cubicBezTo>
                <a:cubicBezTo>
                  <a:pt x="1891546" y="1007735"/>
                  <a:pt x="1892349" y="1005584"/>
                  <a:pt x="1892922" y="1002946"/>
                </a:cubicBezTo>
                <a:lnTo>
                  <a:pt x="1926650" y="861838"/>
                </a:lnTo>
                <a:lnTo>
                  <a:pt x="1926995" y="861838"/>
                </a:lnTo>
                <a:lnTo>
                  <a:pt x="1962616" y="1002946"/>
                </a:lnTo>
                <a:cubicBezTo>
                  <a:pt x="1963189" y="1005699"/>
                  <a:pt x="1963992" y="1007907"/>
                  <a:pt x="1965025" y="1009571"/>
                </a:cubicBezTo>
                <a:cubicBezTo>
                  <a:pt x="1966057" y="1011234"/>
                  <a:pt x="1967721" y="1012496"/>
                  <a:pt x="1970015" y="1013357"/>
                </a:cubicBezTo>
                <a:cubicBezTo>
                  <a:pt x="1972310" y="1014217"/>
                  <a:pt x="1975436" y="1014791"/>
                  <a:pt x="1979394" y="1015078"/>
                </a:cubicBezTo>
                <a:cubicBezTo>
                  <a:pt x="1983352" y="1015364"/>
                  <a:pt x="1988600" y="1015508"/>
                  <a:pt x="1995139" y="1015508"/>
                </a:cubicBezTo>
                <a:cubicBezTo>
                  <a:pt x="2000990" y="1015508"/>
                  <a:pt x="2005808" y="1015364"/>
                  <a:pt x="2009594" y="1015078"/>
                </a:cubicBezTo>
                <a:cubicBezTo>
                  <a:pt x="2013380" y="1014791"/>
                  <a:pt x="2016478" y="1014217"/>
                  <a:pt x="2018887" y="1013357"/>
                </a:cubicBezTo>
                <a:cubicBezTo>
                  <a:pt x="2021296" y="1012496"/>
                  <a:pt x="2023103" y="1011234"/>
                  <a:pt x="2024307" y="1009571"/>
                </a:cubicBezTo>
                <a:cubicBezTo>
                  <a:pt x="2025512" y="1007907"/>
                  <a:pt x="2026458" y="1005699"/>
                  <a:pt x="2027147" y="1002946"/>
                </a:cubicBezTo>
                <a:lnTo>
                  <a:pt x="2078255" y="809181"/>
                </a:lnTo>
                <a:cubicBezTo>
                  <a:pt x="2079288" y="804936"/>
                  <a:pt x="2079890" y="801580"/>
                  <a:pt x="2080062" y="799114"/>
                </a:cubicBezTo>
                <a:cubicBezTo>
                  <a:pt x="2080234" y="796647"/>
                  <a:pt x="2079689" y="794783"/>
                  <a:pt x="2078427" y="793521"/>
                </a:cubicBezTo>
                <a:cubicBezTo>
                  <a:pt x="2077165" y="792259"/>
                  <a:pt x="2075129" y="791485"/>
                  <a:pt x="2072318" y="791198"/>
                </a:cubicBezTo>
                <a:cubicBezTo>
                  <a:pt x="2069508" y="790911"/>
                  <a:pt x="2065578" y="790768"/>
                  <a:pt x="2060531" y="790768"/>
                </a:cubicBezTo>
                <a:cubicBezTo>
                  <a:pt x="2055139" y="790768"/>
                  <a:pt x="2050951" y="790911"/>
                  <a:pt x="2047969" y="791198"/>
                </a:cubicBezTo>
                <a:cubicBezTo>
                  <a:pt x="2044986" y="791485"/>
                  <a:pt x="2042691" y="792001"/>
                  <a:pt x="2041085" y="792747"/>
                </a:cubicBezTo>
                <a:cubicBezTo>
                  <a:pt x="2039479" y="793493"/>
                  <a:pt x="2038389" y="794525"/>
                  <a:pt x="2037816" y="795844"/>
                </a:cubicBezTo>
                <a:cubicBezTo>
                  <a:pt x="2037242" y="797164"/>
                  <a:pt x="2036783" y="798741"/>
                  <a:pt x="2036439" y="800577"/>
                </a:cubicBezTo>
                <a:lnTo>
                  <a:pt x="1997376" y="970594"/>
                </a:lnTo>
                <a:lnTo>
                  <a:pt x="1997032" y="970594"/>
                </a:lnTo>
                <a:lnTo>
                  <a:pt x="1955044" y="801265"/>
                </a:lnTo>
                <a:cubicBezTo>
                  <a:pt x="1954585" y="798971"/>
                  <a:pt x="1953954" y="797135"/>
                  <a:pt x="1953151" y="795758"/>
                </a:cubicBezTo>
                <a:cubicBezTo>
                  <a:pt x="1952348" y="794382"/>
                  <a:pt x="1951058" y="793321"/>
                  <a:pt x="1949279" y="792575"/>
                </a:cubicBezTo>
                <a:cubicBezTo>
                  <a:pt x="1947501" y="791829"/>
                  <a:pt x="1944977" y="791342"/>
                  <a:pt x="1941708" y="791112"/>
                </a:cubicBezTo>
                <a:cubicBezTo>
                  <a:pt x="1938438" y="790883"/>
                  <a:pt x="1934050" y="790768"/>
                  <a:pt x="1928543" y="790768"/>
                </a:cubicBezTo>
                <a:cubicBezTo>
                  <a:pt x="1923381" y="790768"/>
                  <a:pt x="1919251" y="790911"/>
                  <a:pt x="1916153" y="791198"/>
                </a:cubicBezTo>
                <a:cubicBezTo>
                  <a:pt x="1913056" y="791485"/>
                  <a:pt x="1910618" y="792001"/>
                  <a:pt x="1908840" y="792747"/>
                </a:cubicBezTo>
                <a:cubicBezTo>
                  <a:pt x="1907062" y="793493"/>
                  <a:pt x="1905800" y="794554"/>
                  <a:pt x="1905054" y="795930"/>
                </a:cubicBezTo>
                <a:cubicBezTo>
                  <a:pt x="1904308" y="797307"/>
                  <a:pt x="1903706" y="799085"/>
                  <a:pt x="1903247" y="801265"/>
                </a:cubicBezTo>
                <a:lnTo>
                  <a:pt x="1862636" y="970594"/>
                </a:lnTo>
                <a:lnTo>
                  <a:pt x="1862464" y="970594"/>
                </a:lnTo>
                <a:lnTo>
                  <a:pt x="1823401" y="800060"/>
                </a:lnTo>
                <a:cubicBezTo>
                  <a:pt x="1823057" y="797881"/>
                  <a:pt x="1822598" y="796189"/>
                  <a:pt x="1822024" y="794984"/>
                </a:cubicBezTo>
                <a:cubicBezTo>
                  <a:pt x="1821451" y="793779"/>
                  <a:pt x="1820361" y="792862"/>
                  <a:pt x="1818755" y="792231"/>
                </a:cubicBezTo>
                <a:cubicBezTo>
                  <a:pt x="1817149" y="791600"/>
                  <a:pt x="1814768" y="791198"/>
                  <a:pt x="1811613" y="791026"/>
                </a:cubicBezTo>
                <a:cubicBezTo>
                  <a:pt x="1808458" y="790854"/>
                  <a:pt x="1804185" y="790768"/>
                  <a:pt x="1798793" y="790768"/>
                </a:cubicBezTo>
                <a:close/>
                <a:moveTo>
                  <a:pt x="1034435" y="790768"/>
                </a:moveTo>
                <a:cubicBezTo>
                  <a:pt x="1030076" y="790768"/>
                  <a:pt x="1026462" y="790940"/>
                  <a:pt x="1023594" y="791284"/>
                </a:cubicBezTo>
                <a:cubicBezTo>
                  <a:pt x="1020726" y="791628"/>
                  <a:pt x="1018403" y="792087"/>
                  <a:pt x="1016625" y="792661"/>
                </a:cubicBezTo>
                <a:cubicBezTo>
                  <a:pt x="1014847" y="793234"/>
                  <a:pt x="1013585" y="793980"/>
                  <a:pt x="1012839" y="794898"/>
                </a:cubicBezTo>
                <a:cubicBezTo>
                  <a:pt x="1012093" y="795816"/>
                  <a:pt x="1011720" y="796848"/>
                  <a:pt x="1011720" y="797995"/>
                </a:cubicBezTo>
                <a:lnTo>
                  <a:pt x="1011720" y="1008280"/>
                </a:lnTo>
                <a:cubicBezTo>
                  <a:pt x="1011720" y="1009427"/>
                  <a:pt x="1012093" y="1010460"/>
                  <a:pt x="1012839" y="1011378"/>
                </a:cubicBezTo>
                <a:cubicBezTo>
                  <a:pt x="1013585" y="1012296"/>
                  <a:pt x="1014818" y="1013041"/>
                  <a:pt x="1016539" y="1013615"/>
                </a:cubicBezTo>
                <a:cubicBezTo>
                  <a:pt x="1018260" y="1014188"/>
                  <a:pt x="1020583" y="1014647"/>
                  <a:pt x="1023508" y="1014991"/>
                </a:cubicBezTo>
                <a:cubicBezTo>
                  <a:pt x="1026433" y="1015336"/>
                  <a:pt x="1030076" y="1015508"/>
                  <a:pt x="1034435" y="1015508"/>
                </a:cubicBezTo>
                <a:cubicBezTo>
                  <a:pt x="1038909" y="1015508"/>
                  <a:pt x="1042581" y="1015336"/>
                  <a:pt x="1045449" y="1014991"/>
                </a:cubicBezTo>
                <a:cubicBezTo>
                  <a:pt x="1048317" y="1014647"/>
                  <a:pt x="1050611" y="1014188"/>
                  <a:pt x="1052332" y="1013615"/>
                </a:cubicBezTo>
                <a:cubicBezTo>
                  <a:pt x="1054053" y="1013041"/>
                  <a:pt x="1055286" y="1012296"/>
                  <a:pt x="1056032" y="1011378"/>
                </a:cubicBezTo>
                <a:cubicBezTo>
                  <a:pt x="1056777" y="1010460"/>
                  <a:pt x="1057150" y="1009427"/>
                  <a:pt x="1057150" y="1008280"/>
                </a:cubicBezTo>
                <a:lnTo>
                  <a:pt x="1057150" y="797995"/>
                </a:lnTo>
                <a:cubicBezTo>
                  <a:pt x="1057150" y="796848"/>
                  <a:pt x="1056777" y="795816"/>
                  <a:pt x="1056032" y="794898"/>
                </a:cubicBezTo>
                <a:cubicBezTo>
                  <a:pt x="1055286" y="793980"/>
                  <a:pt x="1054053" y="793234"/>
                  <a:pt x="1052332" y="792661"/>
                </a:cubicBezTo>
                <a:cubicBezTo>
                  <a:pt x="1050611" y="792087"/>
                  <a:pt x="1048317" y="791628"/>
                  <a:pt x="1045449" y="791284"/>
                </a:cubicBezTo>
                <a:cubicBezTo>
                  <a:pt x="1042581" y="790940"/>
                  <a:pt x="1038909" y="790768"/>
                  <a:pt x="1034435" y="790768"/>
                </a:cubicBezTo>
                <a:close/>
                <a:moveTo>
                  <a:pt x="693893" y="790768"/>
                </a:moveTo>
                <a:cubicBezTo>
                  <a:pt x="688043" y="790768"/>
                  <a:pt x="683482" y="790911"/>
                  <a:pt x="680213" y="791198"/>
                </a:cubicBezTo>
                <a:cubicBezTo>
                  <a:pt x="676943" y="791485"/>
                  <a:pt x="674591" y="792259"/>
                  <a:pt x="673157" y="793521"/>
                </a:cubicBezTo>
                <a:cubicBezTo>
                  <a:pt x="671723" y="794783"/>
                  <a:pt x="671064" y="796590"/>
                  <a:pt x="671178" y="798942"/>
                </a:cubicBezTo>
                <a:cubicBezTo>
                  <a:pt x="671293" y="801294"/>
                  <a:pt x="671867" y="804535"/>
                  <a:pt x="672899" y="808665"/>
                </a:cubicBezTo>
                <a:lnTo>
                  <a:pt x="723491" y="1002946"/>
                </a:lnTo>
                <a:cubicBezTo>
                  <a:pt x="724180" y="1005699"/>
                  <a:pt x="725040" y="1007907"/>
                  <a:pt x="726073" y="1009571"/>
                </a:cubicBezTo>
                <a:cubicBezTo>
                  <a:pt x="727105" y="1011234"/>
                  <a:pt x="728769" y="1012496"/>
                  <a:pt x="731063" y="1013357"/>
                </a:cubicBezTo>
                <a:cubicBezTo>
                  <a:pt x="733358" y="1014217"/>
                  <a:pt x="736484" y="1014791"/>
                  <a:pt x="740442" y="1015078"/>
                </a:cubicBezTo>
                <a:cubicBezTo>
                  <a:pt x="744399" y="1015364"/>
                  <a:pt x="749705" y="1015508"/>
                  <a:pt x="756359" y="1015508"/>
                </a:cubicBezTo>
                <a:cubicBezTo>
                  <a:pt x="762669" y="1015508"/>
                  <a:pt x="767745" y="1015364"/>
                  <a:pt x="771589" y="1015078"/>
                </a:cubicBezTo>
                <a:cubicBezTo>
                  <a:pt x="775432" y="1014791"/>
                  <a:pt x="778472" y="1014188"/>
                  <a:pt x="780709" y="1013271"/>
                </a:cubicBezTo>
                <a:cubicBezTo>
                  <a:pt x="782946" y="1012353"/>
                  <a:pt x="784581" y="1011062"/>
                  <a:pt x="785613" y="1009399"/>
                </a:cubicBezTo>
                <a:cubicBezTo>
                  <a:pt x="786646" y="1007735"/>
                  <a:pt x="787449" y="1005584"/>
                  <a:pt x="788022" y="1002946"/>
                </a:cubicBezTo>
                <a:lnTo>
                  <a:pt x="821751" y="861838"/>
                </a:lnTo>
                <a:lnTo>
                  <a:pt x="822095" y="861838"/>
                </a:lnTo>
                <a:lnTo>
                  <a:pt x="857716" y="1002946"/>
                </a:lnTo>
                <a:cubicBezTo>
                  <a:pt x="858289" y="1005699"/>
                  <a:pt x="859092" y="1007907"/>
                  <a:pt x="860125" y="1009571"/>
                </a:cubicBezTo>
                <a:cubicBezTo>
                  <a:pt x="861157" y="1011234"/>
                  <a:pt x="862821" y="1012496"/>
                  <a:pt x="865115" y="1013357"/>
                </a:cubicBezTo>
                <a:cubicBezTo>
                  <a:pt x="867410" y="1014217"/>
                  <a:pt x="870536" y="1014791"/>
                  <a:pt x="874494" y="1015078"/>
                </a:cubicBezTo>
                <a:cubicBezTo>
                  <a:pt x="878452" y="1015364"/>
                  <a:pt x="883700" y="1015508"/>
                  <a:pt x="890239" y="1015508"/>
                </a:cubicBezTo>
                <a:cubicBezTo>
                  <a:pt x="896090" y="1015508"/>
                  <a:pt x="900909" y="1015364"/>
                  <a:pt x="904694" y="1015078"/>
                </a:cubicBezTo>
                <a:cubicBezTo>
                  <a:pt x="908480" y="1014791"/>
                  <a:pt x="911578" y="1014217"/>
                  <a:pt x="913987" y="1013357"/>
                </a:cubicBezTo>
                <a:cubicBezTo>
                  <a:pt x="916396" y="1012496"/>
                  <a:pt x="918203" y="1011234"/>
                  <a:pt x="919407" y="1009571"/>
                </a:cubicBezTo>
                <a:cubicBezTo>
                  <a:pt x="920612" y="1007907"/>
                  <a:pt x="921559" y="1005699"/>
                  <a:pt x="922247" y="1002946"/>
                </a:cubicBezTo>
                <a:lnTo>
                  <a:pt x="973355" y="809181"/>
                </a:lnTo>
                <a:cubicBezTo>
                  <a:pt x="974388" y="804936"/>
                  <a:pt x="974990" y="801580"/>
                  <a:pt x="975162" y="799114"/>
                </a:cubicBezTo>
                <a:cubicBezTo>
                  <a:pt x="975334" y="796647"/>
                  <a:pt x="974789" y="794783"/>
                  <a:pt x="973527" y="793521"/>
                </a:cubicBezTo>
                <a:cubicBezTo>
                  <a:pt x="972265" y="792259"/>
                  <a:pt x="970229" y="791485"/>
                  <a:pt x="967418" y="791198"/>
                </a:cubicBezTo>
                <a:cubicBezTo>
                  <a:pt x="964608" y="790911"/>
                  <a:pt x="960679" y="790768"/>
                  <a:pt x="955631" y="790768"/>
                </a:cubicBezTo>
                <a:cubicBezTo>
                  <a:pt x="950239" y="790768"/>
                  <a:pt x="946052" y="790911"/>
                  <a:pt x="943069" y="791198"/>
                </a:cubicBezTo>
                <a:cubicBezTo>
                  <a:pt x="940086" y="791485"/>
                  <a:pt x="937792" y="792001"/>
                  <a:pt x="936185" y="792747"/>
                </a:cubicBezTo>
                <a:cubicBezTo>
                  <a:pt x="934579" y="793493"/>
                  <a:pt x="933490" y="794525"/>
                  <a:pt x="932916" y="795844"/>
                </a:cubicBezTo>
                <a:cubicBezTo>
                  <a:pt x="932342" y="797164"/>
                  <a:pt x="931883" y="798741"/>
                  <a:pt x="931539" y="800577"/>
                </a:cubicBezTo>
                <a:lnTo>
                  <a:pt x="892476" y="970594"/>
                </a:lnTo>
                <a:lnTo>
                  <a:pt x="892132" y="970594"/>
                </a:lnTo>
                <a:lnTo>
                  <a:pt x="850144" y="801265"/>
                </a:lnTo>
                <a:cubicBezTo>
                  <a:pt x="849685" y="798971"/>
                  <a:pt x="849054" y="797135"/>
                  <a:pt x="848251" y="795758"/>
                </a:cubicBezTo>
                <a:cubicBezTo>
                  <a:pt x="847448" y="794382"/>
                  <a:pt x="846158" y="793321"/>
                  <a:pt x="844379" y="792575"/>
                </a:cubicBezTo>
                <a:cubicBezTo>
                  <a:pt x="842601" y="791829"/>
                  <a:pt x="840077" y="791342"/>
                  <a:pt x="836808" y="791112"/>
                </a:cubicBezTo>
                <a:cubicBezTo>
                  <a:pt x="833538" y="790883"/>
                  <a:pt x="829150" y="790768"/>
                  <a:pt x="823643" y="790768"/>
                </a:cubicBezTo>
                <a:cubicBezTo>
                  <a:pt x="818481" y="790768"/>
                  <a:pt x="814351" y="790911"/>
                  <a:pt x="811254" y="791198"/>
                </a:cubicBezTo>
                <a:cubicBezTo>
                  <a:pt x="808156" y="791485"/>
                  <a:pt x="805718" y="792001"/>
                  <a:pt x="803940" y="792747"/>
                </a:cubicBezTo>
                <a:cubicBezTo>
                  <a:pt x="802162" y="793493"/>
                  <a:pt x="800900" y="794554"/>
                  <a:pt x="800154" y="795930"/>
                </a:cubicBezTo>
                <a:cubicBezTo>
                  <a:pt x="799409" y="797307"/>
                  <a:pt x="798806" y="799085"/>
                  <a:pt x="798347" y="801265"/>
                </a:cubicBezTo>
                <a:lnTo>
                  <a:pt x="757736" y="970594"/>
                </a:lnTo>
                <a:lnTo>
                  <a:pt x="757564" y="970594"/>
                </a:lnTo>
                <a:lnTo>
                  <a:pt x="718501" y="800060"/>
                </a:lnTo>
                <a:cubicBezTo>
                  <a:pt x="718157" y="797881"/>
                  <a:pt x="717698" y="796189"/>
                  <a:pt x="717124" y="794984"/>
                </a:cubicBezTo>
                <a:cubicBezTo>
                  <a:pt x="716551" y="793779"/>
                  <a:pt x="715461" y="792862"/>
                  <a:pt x="713855" y="792231"/>
                </a:cubicBezTo>
                <a:cubicBezTo>
                  <a:pt x="712249" y="791600"/>
                  <a:pt x="709868" y="791198"/>
                  <a:pt x="706713" y="791026"/>
                </a:cubicBezTo>
                <a:cubicBezTo>
                  <a:pt x="703559" y="790854"/>
                  <a:pt x="699285" y="790768"/>
                  <a:pt x="693893" y="790768"/>
                </a:cubicBezTo>
                <a:close/>
                <a:moveTo>
                  <a:pt x="1651700" y="787843"/>
                </a:moveTo>
                <a:cubicBezTo>
                  <a:pt x="1634033" y="787843"/>
                  <a:pt x="1618517" y="790538"/>
                  <a:pt x="1605151" y="795930"/>
                </a:cubicBezTo>
                <a:cubicBezTo>
                  <a:pt x="1591786" y="801322"/>
                  <a:pt x="1580572" y="809066"/>
                  <a:pt x="1571509" y="819162"/>
                </a:cubicBezTo>
                <a:cubicBezTo>
                  <a:pt x="1562446" y="829257"/>
                  <a:pt x="1555620" y="841504"/>
                  <a:pt x="1551032" y="855901"/>
                </a:cubicBezTo>
                <a:cubicBezTo>
                  <a:pt x="1546443" y="870299"/>
                  <a:pt x="1544148" y="886503"/>
                  <a:pt x="1544148" y="904515"/>
                </a:cubicBezTo>
                <a:cubicBezTo>
                  <a:pt x="1544148" y="924132"/>
                  <a:pt x="1546299" y="941111"/>
                  <a:pt x="1550601" y="955451"/>
                </a:cubicBezTo>
                <a:cubicBezTo>
                  <a:pt x="1554903" y="969791"/>
                  <a:pt x="1561356" y="981607"/>
                  <a:pt x="1569961" y="990900"/>
                </a:cubicBezTo>
                <a:cubicBezTo>
                  <a:pt x="1578565" y="1000192"/>
                  <a:pt x="1589320" y="1007104"/>
                  <a:pt x="1602226" y="1011636"/>
                </a:cubicBezTo>
                <a:cubicBezTo>
                  <a:pt x="1615132" y="1016167"/>
                  <a:pt x="1630247" y="1018433"/>
                  <a:pt x="1647570" y="1018433"/>
                </a:cubicBezTo>
                <a:cubicBezTo>
                  <a:pt x="1665122" y="1018433"/>
                  <a:pt x="1680581" y="1015766"/>
                  <a:pt x="1693946" y="1010431"/>
                </a:cubicBezTo>
                <a:cubicBezTo>
                  <a:pt x="1707311" y="1005097"/>
                  <a:pt x="1718525" y="997353"/>
                  <a:pt x="1727588" y="987200"/>
                </a:cubicBezTo>
                <a:cubicBezTo>
                  <a:pt x="1736651" y="977047"/>
                  <a:pt x="1743477" y="964686"/>
                  <a:pt x="1748066" y="950116"/>
                </a:cubicBezTo>
                <a:cubicBezTo>
                  <a:pt x="1752655" y="935547"/>
                  <a:pt x="1754949" y="919027"/>
                  <a:pt x="1754949" y="900557"/>
                </a:cubicBezTo>
                <a:cubicBezTo>
                  <a:pt x="1754949" y="881283"/>
                  <a:pt x="1752741" y="864563"/>
                  <a:pt x="1748324" y="850395"/>
                </a:cubicBezTo>
                <a:cubicBezTo>
                  <a:pt x="1743907" y="836226"/>
                  <a:pt x="1737368" y="824496"/>
                  <a:pt x="1728707" y="815204"/>
                </a:cubicBezTo>
                <a:cubicBezTo>
                  <a:pt x="1720045" y="805911"/>
                  <a:pt x="1709261" y="799028"/>
                  <a:pt x="1696355" y="794554"/>
                </a:cubicBezTo>
                <a:cubicBezTo>
                  <a:pt x="1683449" y="790080"/>
                  <a:pt x="1668564" y="787843"/>
                  <a:pt x="1651700" y="787843"/>
                </a:cubicBezTo>
                <a:close/>
                <a:moveTo>
                  <a:pt x="439676" y="780615"/>
                </a:moveTo>
                <a:cubicBezTo>
                  <a:pt x="426483" y="780615"/>
                  <a:pt x="415183" y="782135"/>
                  <a:pt x="405776" y="785175"/>
                </a:cubicBezTo>
                <a:cubicBezTo>
                  <a:pt x="396369" y="788215"/>
                  <a:pt x="388625" y="792317"/>
                  <a:pt x="382545" y="797479"/>
                </a:cubicBezTo>
                <a:cubicBezTo>
                  <a:pt x="376465" y="802642"/>
                  <a:pt x="371990" y="808751"/>
                  <a:pt x="369122" y="815806"/>
                </a:cubicBezTo>
                <a:cubicBezTo>
                  <a:pt x="366254" y="822861"/>
                  <a:pt x="364820" y="830404"/>
                  <a:pt x="364820" y="838435"/>
                </a:cubicBezTo>
                <a:cubicBezTo>
                  <a:pt x="364820" y="842221"/>
                  <a:pt x="365308" y="846035"/>
                  <a:pt x="366283" y="849878"/>
                </a:cubicBezTo>
                <a:cubicBezTo>
                  <a:pt x="367258" y="853721"/>
                  <a:pt x="368750" y="857765"/>
                  <a:pt x="370757" y="862010"/>
                </a:cubicBezTo>
                <a:cubicBezTo>
                  <a:pt x="372765" y="866255"/>
                  <a:pt x="375289" y="870700"/>
                  <a:pt x="378329" y="875347"/>
                </a:cubicBezTo>
                <a:cubicBezTo>
                  <a:pt x="381369" y="879993"/>
                  <a:pt x="384954" y="884954"/>
                  <a:pt x="389084" y="890232"/>
                </a:cubicBezTo>
                <a:cubicBezTo>
                  <a:pt x="381742" y="894591"/>
                  <a:pt x="375289" y="899065"/>
                  <a:pt x="369725" y="903654"/>
                </a:cubicBezTo>
                <a:cubicBezTo>
                  <a:pt x="364161" y="908243"/>
                  <a:pt x="359486" y="913061"/>
                  <a:pt x="355700" y="918109"/>
                </a:cubicBezTo>
                <a:cubicBezTo>
                  <a:pt x="351914" y="923157"/>
                  <a:pt x="349075" y="928520"/>
                  <a:pt x="347182" y="934199"/>
                </a:cubicBezTo>
                <a:cubicBezTo>
                  <a:pt x="345289" y="939877"/>
                  <a:pt x="344343" y="945929"/>
                  <a:pt x="344343" y="952353"/>
                </a:cubicBezTo>
                <a:cubicBezTo>
                  <a:pt x="344343" y="959925"/>
                  <a:pt x="345375" y="966837"/>
                  <a:pt x="347440" y="973089"/>
                </a:cubicBezTo>
                <a:cubicBezTo>
                  <a:pt x="349505" y="979342"/>
                  <a:pt x="352373" y="984906"/>
                  <a:pt x="356044" y="989781"/>
                </a:cubicBezTo>
                <a:cubicBezTo>
                  <a:pt x="359715" y="994657"/>
                  <a:pt x="364132" y="998873"/>
                  <a:pt x="369295" y="1002429"/>
                </a:cubicBezTo>
                <a:cubicBezTo>
                  <a:pt x="374457" y="1005986"/>
                  <a:pt x="380164" y="1008940"/>
                  <a:pt x="386417" y="1011292"/>
                </a:cubicBezTo>
                <a:cubicBezTo>
                  <a:pt x="392669" y="1013643"/>
                  <a:pt x="399352" y="1015393"/>
                  <a:pt x="406464" y="1016540"/>
                </a:cubicBezTo>
                <a:cubicBezTo>
                  <a:pt x="413577" y="1017687"/>
                  <a:pt x="420862" y="1018261"/>
                  <a:pt x="428319" y="1018261"/>
                </a:cubicBezTo>
                <a:cubicBezTo>
                  <a:pt x="435890" y="1018261"/>
                  <a:pt x="443003" y="1017745"/>
                  <a:pt x="449657" y="1016712"/>
                </a:cubicBezTo>
                <a:cubicBezTo>
                  <a:pt x="456311" y="1015680"/>
                  <a:pt x="462764" y="1014188"/>
                  <a:pt x="469016" y="1012238"/>
                </a:cubicBezTo>
                <a:cubicBezTo>
                  <a:pt x="475269" y="1010288"/>
                  <a:pt x="481263" y="1007850"/>
                  <a:pt x="486999" y="1004925"/>
                </a:cubicBezTo>
                <a:cubicBezTo>
                  <a:pt x="492735" y="1001999"/>
                  <a:pt x="498299" y="998701"/>
                  <a:pt x="503691" y="995030"/>
                </a:cubicBezTo>
                <a:cubicBezTo>
                  <a:pt x="509886" y="999619"/>
                  <a:pt x="515335" y="1003376"/>
                  <a:pt x="520039" y="1006301"/>
                </a:cubicBezTo>
                <a:cubicBezTo>
                  <a:pt x="524742" y="1009227"/>
                  <a:pt x="528872" y="1011578"/>
                  <a:pt x="532429" y="1013357"/>
                </a:cubicBezTo>
                <a:cubicBezTo>
                  <a:pt x="535985" y="1015135"/>
                  <a:pt x="539111" y="1016339"/>
                  <a:pt x="541807" y="1016970"/>
                </a:cubicBezTo>
                <a:cubicBezTo>
                  <a:pt x="544503" y="1017601"/>
                  <a:pt x="547113" y="1017917"/>
                  <a:pt x="549637" y="1017917"/>
                </a:cubicBezTo>
                <a:cubicBezTo>
                  <a:pt x="552849" y="1017917"/>
                  <a:pt x="555602" y="1017601"/>
                  <a:pt x="557897" y="1016970"/>
                </a:cubicBezTo>
                <a:cubicBezTo>
                  <a:pt x="560191" y="1016339"/>
                  <a:pt x="561826" y="1015651"/>
                  <a:pt x="562801" y="1014905"/>
                </a:cubicBezTo>
                <a:cubicBezTo>
                  <a:pt x="563776" y="1014160"/>
                  <a:pt x="564465" y="1013213"/>
                  <a:pt x="564866" y="1012066"/>
                </a:cubicBezTo>
                <a:cubicBezTo>
                  <a:pt x="565268" y="1010919"/>
                  <a:pt x="565555" y="1009141"/>
                  <a:pt x="565727" y="1006732"/>
                </a:cubicBezTo>
                <a:cubicBezTo>
                  <a:pt x="565899" y="1004322"/>
                  <a:pt x="565985" y="1000995"/>
                  <a:pt x="565985" y="996751"/>
                </a:cubicBezTo>
                <a:cubicBezTo>
                  <a:pt x="565985" y="992735"/>
                  <a:pt x="565813" y="989695"/>
                  <a:pt x="565469" y="987630"/>
                </a:cubicBezTo>
                <a:cubicBezTo>
                  <a:pt x="565124" y="985565"/>
                  <a:pt x="564608" y="984131"/>
                  <a:pt x="563920" y="983328"/>
                </a:cubicBezTo>
                <a:cubicBezTo>
                  <a:pt x="563232" y="982525"/>
                  <a:pt x="562342" y="982124"/>
                  <a:pt x="561253" y="982124"/>
                </a:cubicBezTo>
                <a:cubicBezTo>
                  <a:pt x="560163" y="982124"/>
                  <a:pt x="558987" y="982124"/>
                  <a:pt x="557725" y="982124"/>
                </a:cubicBezTo>
                <a:cubicBezTo>
                  <a:pt x="556807" y="982124"/>
                  <a:pt x="555660" y="981894"/>
                  <a:pt x="554283" y="981435"/>
                </a:cubicBezTo>
                <a:cubicBezTo>
                  <a:pt x="552907" y="980976"/>
                  <a:pt x="551186" y="980145"/>
                  <a:pt x="549121" y="978940"/>
                </a:cubicBezTo>
                <a:cubicBezTo>
                  <a:pt x="547056" y="977736"/>
                  <a:pt x="544561" y="976101"/>
                  <a:pt x="541635" y="974036"/>
                </a:cubicBezTo>
                <a:cubicBezTo>
                  <a:pt x="538710" y="971971"/>
                  <a:pt x="535239" y="969390"/>
                  <a:pt x="531224" y="966292"/>
                </a:cubicBezTo>
                <a:cubicBezTo>
                  <a:pt x="533977" y="962047"/>
                  <a:pt x="536501" y="957487"/>
                  <a:pt x="538796" y="952612"/>
                </a:cubicBezTo>
                <a:cubicBezTo>
                  <a:pt x="541090" y="947736"/>
                  <a:pt x="543012" y="942631"/>
                  <a:pt x="544561" y="937296"/>
                </a:cubicBezTo>
                <a:cubicBezTo>
                  <a:pt x="546109" y="931962"/>
                  <a:pt x="547285" y="926484"/>
                  <a:pt x="548088" y="920862"/>
                </a:cubicBezTo>
                <a:cubicBezTo>
                  <a:pt x="548891" y="915241"/>
                  <a:pt x="549293" y="909677"/>
                  <a:pt x="549293" y="904170"/>
                </a:cubicBezTo>
                <a:lnTo>
                  <a:pt x="549293" y="898664"/>
                </a:lnTo>
                <a:cubicBezTo>
                  <a:pt x="549293" y="897172"/>
                  <a:pt x="548977" y="895939"/>
                  <a:pt x="548346" y="894964"/>
                </a:cubicBezTo>
                <a:cubicBezTo>
                  <a:pt x="547715" y="893989"/>
                  <a:pt x="546626" y="893214"/>
                  <a:pt x="545077" y="892641"/>
                </a:cubicBezTo>
                <a:cubicBezTo>
                  <a:pt x="543528" y="892067"/>
                  <a:pt x="541434" y="891694"/>
                  <a:pt x="538796" y="891522"/>
                </a:cubicBezTo>
                <a:cubicBezTo>
                  <a:pt x="536157" y="891350"/>
                  <a:pt x="532830" y="891264"/>
                  <a:pt x="528815" y="891264"/>
                </a:cubicBezTo>
                <a:cubicBezTo>
                  <a:pt x="524570" y="891264"/>
                  <a:pt x="521100" y="891408"/>
                  <a:pt x="518404" y="891694"/>
                </a:cubicBezTo>
                <a:cubicBezTo>
                  <a:pt x="515708" y="891981"/>
                  <a:pt x="513643" y="892411"/>
                  <a:pt x="512209" y="892985"/>
                </a:cubicBezTo>
                <a:cubicBezTo>
                  <a:pt x="510775" y="893559"/>
                  <a:pt x="509829" y="894304"/>
                  <a:pt x="509370" y="895222"/>
                </a:cubicBezTo>
                <a:cubicBezTo>
                  <a:pt x="508911" y="896140"/>
                  <a:pt x="508681" y="897230"/>
                  <a:pt x="508681" y="898492"/>
                </a:cubicBezTo>
                <a:lnTo>
                  <a:pt x="508681" y="903826"/>
                </a:lnTo>
                <a:cubicBezTo>
                  <a:pt x="508681" y="907153"/>
                  <a:pt x="508423" y="910537"/>
                  <a:pt x="507907" y="913979"/>
                </a:cubicBezTo>
                <a:cubicBezTo>
                  <a:pt x="507391" y="917421"/>
                  <a:pt x="506702" y="920805"/>
                  <a:pt x="505842" y="924132"/>
                </a:cubicBezTo>
                <a:cubicBezTo>
                  <a:pt x="504982" y="927459"/>
                  <a:pt x="503949" y="930614"/>
                  <a:pt x="502744" y="933596"/>
                </a:cubicBezTo>
                <a:cubicBezTo>
                  <a:pt x="501540" y="936579"/>
                  <a:pt x="500192" y="939218"/>
                  <a:pt x="498701" y="941512"/>
                </a:cubicBezTo>
                <a:cubicBezTo>
                  <a:pt x="494800" y="938185"/>
                  <a:pt x="490785" y="934572"/>
                  <a:pt x="486655" y="930671"/>
                </a:cubicBezTo>
                <a:cubicBezTo>
                  <a:pt x="482525" y="926770"/>
                  <a:pt x="478424" y="922841"/>
                  <a:pt x="474351" y="918883"/>
                </a:cubicBezTo>
                <a:cubicBezTo>
                  <a:pt x="470278" y="914926"/>
                  <a:pt x="466320" y="910968"/>
                  <a:pt x="462477" y="907010"/>
                </a:cubicBezTo>
                <a:cubicBezTo>
                  <a:pt x="458634" y="903052"/>
                  <a:pt x="455164" y="899295"/>
                  <a:pt x="452066" y="895738"/>
                </a:cubicBezTo>
                <a:cubicBezTo>
                  <a:pt x="461588" y="890805"/>
                  <a:pt x="469905" y="885901"/>
                  <a:pt x="477018" y="881025"/>
                </a:cubicBezTo>
                <a:cubicBezTo>
                  <a:pt x="484131" y="876150"/>
                  <a:pt x="490068" y="871073"/>
                  <a:pt x="494829" y="865796"/>
                </a:cubicBezTo>
                <a:cubicBezTo>
                  <a:pt x="499590" y="860519"/>
                  <a:pt x="503146" y="854955"/>
                  <a:pt x="505498" y="849104"/>
                </a:cubicBezTo>
                <a:cubicBezTo>
                  <a:pt x="507850" y="843253"/>
                  <a:pt x="509026" y="836886"/>
                  <a:pt x="509026" y="830003"/>
                </a:cubicBezTo>
                <a:cubicBezTo>
                  <a:pt x="509026" y="822316"/>
                  <a:pt x="507649" y="815404"/>
                  <a:pt x="504896" y="809267"/>
                </a:cubicBezTo>
                <a:cubicBezTo>
                  <a:pt x="502142" y="803129"/>
                  <a:pt x="497955" y="797967"/>
                  <a:pt x="492334" y="793779"/>
                </a:cubicBezTo>
                <a:cubicBezTo>
                  <a:pt x="486712" y="789592"/>
                  <a:pt x="479542" y="786351"/>
                  <a:pt x="470823" y="784057"/>
                </a:cubicBezTo>
                <a:cubicBezTo>
                  <a:pt x="462104" y="781762"/>
                  <a:pt x="451722" y="780615"/>
                  <a:pt x="439676" y="780615"/>
                </a:cubicBezTo>
                <a:close/>
                <a:moveTo>
                  <a:pt x="1329864" y="405680"/>
                </a:moveTo>
                <a:lnTo>
                  <a:pt x="1330036" y="405680"/>
                </a:lnTo>
                <a:lnTo>
                  <a:pt x="1361527" y="500325"/>
                </a:lnTo>
                <a:lnTo>
                  <a:pt x="1298373" y="500325"/>
                </a:lnTo>
                <a:close/>
                <a:moveTo>
                  <a:pt x="301164" y="405680"/>
                </a:moveTo>
                <a:lnTo>
                  <a:pt x="301336" y="405680"/>
                </a:lnTo>
                <a:lnTo>
                  <a:pt x="332827" y="500325"/>
                </a:lnTo>
                <a:lnTo>
                  <a:pt x="269673" y="500325"/>
                </a:lnTo>
                <a:close/>
                <a:moveTo>
                  <a:pt x="666453" y="398108"/>
                </a:moveTo>
                <a:lnTo>
                  <a:pt x="685726" y="398108"/>
                </a:lnTo>
                <a:cubicBezTo>
                  <a:pt x="690430" y="398108"/>
                  <a:pt x="694990" y="398424"/>
                  <a:pt x="699407" y="399055"/>
                </a:cubicBezTo>
                <a:cubicBezTo>
                  <a:pt x="703824" y="399686"/>
                  <a:pt x="708040" y="401206"/>
                  <a:pt x="712055" y="403615"/>
                </a:cubicBezTo>
                <a:cubicBezTo>
                  <a:pt x="716070" y="406024"/>
                  <a:pt x="719454" y="409752"/>
                  <a:pt x="722208" y="414800"/>
                </a:cubicBezTo>
                <a:cubicBezTo>
                  <a:pt x="724961" y="419848"/>
                  <a:pt x="726338" y="426272"/>
                  <a:pt x="726338" y="434073"/>
                </a:cubicBezTo>
                <a:cubicBezTo>
                  <a:pt x="726338" y="439810"/>
                  <a:pt x="725535" y="445115"/>
                  <a:pt x="723929" y="449991"/>
                </a:cubicBezTo>
                <a:cubicBezTo>
                  <a:pt x="722323" y="454867"/>
                  <a:pt x="719971" y="459054"/>
                  <a:pt x="716873" y="462553"/>
                </a:cubicBezTo>
                <a:cubicBezTo>
                  <a:pt x="713776" y="466052"/>
                  <a:pt x="709789" y="468777"/>
                  <a:pt x="704914" y="470727"/>
                </a:cubicBezTo>
                <a:cubicBezTo>
                  <a:pt x="700038" y="472677"/>
                  <a:pt x="693986" y="473652"/>
                  <a:pt x="686759" y="473652"/>
                </a:cubicBezTo>
                <a:lnTo>
                  <a:pt x="666453" y="473652"/>
                </a:lnTo>
                <a:close/>
                <a:moveTo>
                  <a:pt x="475953" y="398108"/>
                </a:moveTo>
                <a:lnTo>
                  <a:pt x="495226" y="398108"/>
                </a:lnTo>
                <a:cubicBezTo>
                  <a:pt x="499930" y="398108"/>
                  <a:pt x="504490" y="398424"/>
                  <a:pt x="508907" y="399055"/>
                </a:cubicBezTo>
                <a:cubicBezTo>
                  <a:pt x="513324" y="399686"/>
                  <a:pt x="517540" y="401206"/>
                  <a:pt x="521555" y="403615"/>
                </a:cubicBezTo>
                <a:cubicBezTo>
                  <a:pt x="525570" y="406024"/>
                  <a:pt x="528955" y="409752"/>
                  <a:pt x="531708" y="414800"/>
                </a:cubicBezTo>
                <a:cubicBezTo>
                  <a:pt x="534461" y="419848"/>
                  <a:pt x="535838" y="426272"/>
                  <a:pt x="535838" y="434073"/>
                </a:cubicBezTo>
                <a:cubicBezTo>
                  <a:pt x="535838" y="439810"/>
                  <a:pt x="535035" y="445115"/>
                  <a:pt x="533429" y="449991"/>
                </a:cubicBezTo>
                <a:cubicBezTo>
                  <a:pt x="531823" y="454867"/>
                  <a:pt x="529471" y="459054"/>
                  <a:pt x="526373" y="462553"/>
                </a:cubicBezTo>
                <a:cubicBezTo>
                  <a:pt x="523276" y="466052"/>
                  <a:pt x="519289" y="468777"/>
                  <a:pt x="514414" y="470727"/>
                </a:cubicBezTo>
                <a:cubicBezTo>
                  <a:pt x="509538" y="472677"/>
                  <a:pt x="503486" y="473652"/>
                  <a:pt x="496259" y="473652"/>
                </a:cubicBezTo>
                <a:lnTo>
                  <a:pt x="475953" y="473652"/>
                </a:lnTo>
                <a:close/>
                <a:moveTo>
                  <a:pt x="2885778" y="397764"/>
                </a:moveTo>
                <a:lnTo>
                  <a:pt x="2906084" y="397764"/>
                </a:lnTo>
                <a:cubicBezTo>
                  <a:pt x="2911246" y="397764"/>
                  <a:pt x="2915290" y="397936"/>
                  <a:pt x="2918216" y="398280"/>
                </a:cubicBezTo>
                <a:cubicBezTo>
                  <a:pt x="2921141" y="398624"/>
                  <a:pt x="2923751" y="399083"/>
                  <a:pt x="2926045" y="399657"/>
                </a:cubicBezTo>
                <a:cubicBezTo>
                  <a:pt x="2933617" y="401722"/>
                  <a:pt x="2939066" y="405278"/>
                  <a:pt x="2942393" y="410326"/>
                </a:cubicBezTo>
                <a:cubicBezTo>
                  <a:pt x="2945720" y="415374"/>
                  <a:pt x="2947384" y="421569"/>
                  <a:pt x="2947384" y="428911"/>
                </a:cubicBezTo>
                <a:cubicBezTo>
                  <a:pt x="2947384" y="433729"/>
                  <a:pt x="2946580" y="438089"/>
                  <a:pt x="2944974" y="441989"/>
                </a:cubicBezTo>
                <a:cubicBezTo>
                  <a:pt x="2943368" y="445890"/>
                  <a:pt x="2940959" y="449245"/>
                  <a:pt x="2937747" y="452056"/>
                </a:cubicBezTo>
                <a:cubicBezTo>
                  <a:pt x="2934535" y="454867"/>
                  <a:pt x="2930520" y="457046"/>
                  <a:pt x="2925701" y="458595"/>
                </a:cubicBezTo>
                <a:cubicBezTo>
                  <a:pt x="2920883" y="460144"/>
                  <a:pt x="2915261" y="460918"/>
                  <a:pt x="2908837" y="460918"/>
                </a:cubicBezTo>
                <a:lnTo>
                  <a:pt x="2885778" y="460918"/>
                </a:lnTo>
                <a:close/>
                <a:moveTo>
                  <a:pt x="1793026" y="396387"/>
                </a:moveTo>
                <a:cubicBezTo>
                  <a:pt x="1804039" y="396387"/>
                  <a:pt x="1813217" y="398252"/>
                  <a:pt x="1820559" y="401980"/>
                </a:cubicBezTo>
                <a:cubicBezTo>
                  <a:pt x="1827901" y="405709"/>
                  <a:pt x="1833781" y="410986"/>
                  <a:pt x="1838198" y="417812"/>
                </a:cubicBezTo>
                <a:cubicBezTo>
                  <a:pt x="1842614" y="424638"/>
                  <a:pt x="1845741" y="432840"/>
                  <a:pt x="1847576" y="442419"/>
                </a:cubicBezTo>
                <a:cubicBezTo>
                  <a:pt x="1849412" y="451999"/>
                  <a:pt x="1850329" y="462639"/>
                  <a:pt x="1850329" y="474341"/>
                </a:cubicBezTo>
                <a:cubicBezTo>
                  <a:pt x="1850329" y="485010"/>
                  <a:pt x="1849383" y="495077"/>
                  <a:pt x="1847490" y="504541"/>
                </a:cubicBezTo>
                <a:cubicBezTo>
                  <a:pt x="1845597" y="514006"/>
                  <a:pt x="1842356" y="522294"/>
                  <a:pt x="1837767" y="529407"/>
                </a:cubicBezTo>
                <a:cubicBezTo>
                  <a:pt x="1833179" y="536520"/>
                  <a:pt x="1827156" y="542141"/>
                  <a:pt x="1819699" y="546271"/>
                </a:cubicBezTo>
                <a:cubicBezTo>
                  <a:pt x="1812242" y="550401"/>
                  <a:pt x="1802949" y="552466"/>
                  <a:pt x="1791821" y="552466"/>
                </a:cubicBezTo>
                <a:cubicBezTo>
                  <a:pt x="1780694" y="552466"/>
                  <a:pt x="1771458" y="550659"/>
                  <a:pt x="1764116" y="547046"/>
                </a:cubicBezTo>
                <a:cubicBezTo>
                  <a:pt x="1756774" y="543432"/>
                  <a:pt x="1750923" y="538183"/>
                  <a:pt x="1746564" y="531300"/>
                </a:cubicBezTo>
                <a:cubicBezTo>
                  <a:pt x="1742204" y="524417"/>
                  <a:pt x="1739107" y="516128"/>
                  <a:pt x="1737271" y="506434"/>
                </a:cubicBezTo>
                <a:cubicBezTo>
                  <a:pt x="1735436" y="496740"/>
                  <a:pt x="1734518" y="485813"/>
                  <a:pt x="1734518" y="473652"/>
                </a:cubicBezTo>
                <a:cubicBezTo>
                  <a:pt x="1734518" y="463213"/>
                  <a:pt x="1735464" y="453318"/>
                  <a:pt x="1737357" y="443968"/>
                </a:cubicBezTo>
                <a:cubicBezTo>
                  <a:pt x="1739250" y="434618"/>
                  <a:pt x="1742491" y="426444"/>
                  <a:pt x="1747080" y="419446"/>
                </a:cubicBezTo>
                <a:cubicBezTo>
                  <a:pt x="1751669" y="412448"/>
                  <a:pt x="1757692" y="406856"/>
                  <a:pt x="1765149" y="402668"/>
                </a:cubicBezTo>
                <a:cubicBezTo>
                  <a:pt x="1772606" y="398481"/>
                  <a:pt x="1781898" y="396387"/>
                  <a:pt x="1793026" y="396387"/>
                </a:cubicBezTo>
                <a:close/>
                <a:moveTo>
                  <a:pt x="2853943" y="363175"/>
                </a:moveTo>
                <a:cubicBezTo>
                  <a:pt x="2850157" y="363175"/>
                  <a:pt x="2846973" y="364294"/>
                  <a:pt x="2844392" y="366531"/>
                </a:cubicBezTo>
                <a:cubicBezTo>
                  <a:pt x="2841811" y="368768"/>
                  <a:pt x="2840520" y="372411"/>
                  <a:pt x="2840520" y="377458"/>
                </a:cubicBezTo>
                <a:lnTo>
                  <a:pt x="2840520" y="579655"/>
                </a:lnTo>
                <a:cubicBezTo>
                  <a:pt x="2840520" y="580802"/>
                  <a:pt x="2840865" y="581835"/>
                  <a:pt x="2841553" y="582753"/>
                </a:cubicBezTo>
                <a:cubicBezTo>
                  <a:pt x="2842241" y="583671"/>
                  <a:pt x="2843446" y="584416"/>
                  <a:pt x="2845167" y="584990"/>
                </a:cubicBezTo>
                <a:cubicBezTo>
                  <a:pt x="2846887" y="585563"/>
                  <a:pt x="2849211" y="586022"/>
                  <a:pt x="2852136" y="586366"/>
                </a:cubicBezTo>
                <a:cubicBezTo>
                  <a:pt x="2855061" y="586711"/>
                  <a:pt x="2858704" y="586883"/>
                  <a:pt x="2863063" y="586883"/>
                </a:cubicBezTo>
                <a:cubicBezTo>
                  <a:pt x="2867537" y="586883"/>
                  <a:pt x="2871208" y="586711"/>
                  <a:pt x="2874076" y="586366"/>
                </a:cubicBezTo>
                <a:cubicBezTo>
                  <a:pt x="2876945" y="586022"/>
                  <a:pt x="2879239" y="585563"/>
                  <a:pt x="2880960" y="584990"/>
                </a:cubicBezTo>
                <a:cubicBezTo>
                  <a:pt x="2882681" y="584416"/>
                  <a:pt x="2883914" y="583671"/>
                  <a:pt x="2884660" y="582753"/>
                </a:cubicBezTo>
                <a:cubicBezTo>
                  <a:pt x="2885405" y="581835"/>
                  <a:pt x="2885778" y="580802"/>
                  <a:pt x="2885778" y="579655"/>
                </a:cubicBezTo>
                <a:lnTo>
                  <a:pt x="2885778" y="494819"/>
                </a:lnTo>
                <a:lnTo>
                  <a:pt x="2899889" y="494819"/>
                </a:lnTo>
                <a:cubicBezTo>
                  <a:pt x="2904707" y="494819"/>
                  <a:pt x="2908952" y="495564"/>
                  <a:pt x="2912623" y="497056"/>
                </a:cubicBezTo>
                <a:cubicBezTo>
                  <a:pt x="2916294" y="498547"/>
                  <a:pt x="2919535" y="500755"/>
                  <a:pt x="2922346" y="503681"/>
                </a:cubicBezTo>
                <a:cubicBezTo>
                  <a:pt x="2925156" y="506606"/>
                  <a:pt x="2927709" y="510249"/>
                  <a:pt x="2930003" y="514608"/>
                </a:cubicBezTo>
                <a:cubicBezTo>
                  <a:pt x="2932298" y="518967"/>
                  <a:pt x="2934649" y="523958"/>
                  <a:pt x="2937059" y="529579"/>
                </a:cubicBezTo>
                <a:lnTo>
                  <a:pt x="2957020" y="579311"/>
                </a:lnTo>
                <a:cubicBezTo>
                  <a:pt x="2957479" y="580688"/>
                  <a:pt x="2958053" y="581864"/>
                  <a:pt x="2958741" y="582839"/>
                </a:cubicBezTo>
                <a:cubicBezTo>
                  <a:pt x="2959429" y="583814"/>
                  <a:pt x="2960605" y="584617"/>
                  <a:pt x="2962269" y="585248"/>
                </a:cubicBezTo>
                <a:cubicBezTo>
                  <a:pt x="2963932" y="585879"/>
                  <a:pt x="2966198" y="586309"/>
                  <a:pt x="2969066" y="586539"/>
                </a:cubicBezTo>
                <a:cubicBezTo>
                  <a:pt x="2971934" y="586768"/>
                  <a:pt x="2975777" y="586883"/>
                  <a:pt x="2980596" y="586883"/>
                </a:cubicBezTo>
                <a:cubicBezTo>
                  <a:pt x="2986332" y="586883"/>
                  <a:pt x="2990863" y="586768"/>
                  <a:pt x="2994190" y="586539"/>
                </a:cubicBezTo>
                <a:cubicBezTo>
                  <a:pt x="2997517" y="586309"/>
                  <a:pt x="3000041" y="585908"/>
                  <a:pt x="3001762" y="585334"/>
                </a:cubicBezTo>
                <a:cubicBezTo>
                  <a:pt x="3003482" y="584760"/>
                  <a:pt x="3004572" y="584043"/>
                  <a:pt x="3005031" y="583183"/>
                </a:cubicBezTo>
                <a:cubicBezTo>
                  <a:pt x="3005490" y="582323"/>
                  <a:pt x="3005720" y="581261"/>
                  <a:pt x="3005720" y="579999"/>
                </a:cubicBezTo>
                <a:cubicBezTo>
                  <a:pt x="3005720" y="578852"/>
                  <a:pt x="3005433" y="577275"/>
                  <a:pt x="3004859" y="575267"/>
                </a:cubicBezTo>
                <a:cubicBezTo>
                  <a:pt x="3004286" y="573260"/>
                  <a:pt x="3003138" y="570076"/>
                  <a:pt x="3001418" y="565717"/>
                </a:cubicBezTo>
                <a:lnTo>
                  <a:pt x="2982661" y="521836"/>
                </a:lnTo>
                <a:cubicBezTo>
                  <a:pt x="2980481" y="516558"/>
                  <a:pt x="2978244" y="511826"/>
                  <a:pt x="2975949" y="507639"/>
                </a:cubicBezTo>
                <a:cubicBezTo>
                  <a:pt x="2973655" y="503451"/>
                  <a:pt x="2971217" y="499723"/>
                  <a:pt x="2968636" y="496453"/>
                </a:cubicBezTo>
                <a:cubicBezTo>
                  <a:pt x="2966055" y="493184"/>
                  <a:pt x="2963301" y="490402"/>
                  <a:pt x="2960376" y="488107"/>
                </a:cubicBezTo>
                <a:cubicBezTo>
                  <a:pt x="2957450" y="485813"/>
                  <a:pt x="2954324" y="483863"/>
                  <a:pt x="2950997" y="482257"/>
                </a:cubicBezTo>
                <a:cubicBezTo>
                  <a:pt x="2957881" y="480077"/>
                  <a:pt x="2964018" y="477209"/>
                  <a:pt x="2969410" y="473652"/>
                </a:cubicBezTo>
                <a:cubicBezTo>
                  <a:pt x="2974802" y="470096"/>
                  <a:pt x="2979334" y="465909"/>
                  <a:pt x="2983005" y="461090"/>
                </a:cubicBezTo>
                <a:cubicBezTo>
                  <a:pt x="2986676" y="456272"/>
                  <a:pt x="2989458" y="450794"/>
                  <a:pt x="2991351" y="444657"/>
                </a:cubicBezTo>
                <a:cubicBezTo>
                  <a:pt x="2993244" y="438519"/>
                  <a:pt x="2994190" y="431722"/>
                  <a:pt x="2994190" y="424265"/>
                </a:cubicBezTo>
                <a:cubicBezTo>
                  <a:pt x="2994190" y="415431"/>
                  <a:pt x="2992871" y="407601"/>
                  <a:pt x="2990232" y="400775"/>
                </a:cubicBezTo>
                <a:cubicBezTo>
                  <a:pt x="2987594" y="393950"/>
                  <a:pt x="2983779" y="388041"/>
                  <a:pt x="2978789" y="383051"/>
                </a:cubicBezTo>
                <a:cubicBezTo>
                  <a:pt x="2973798" y="378061"/>
                  <a:pt x="2967718" y="374017"/>
                  <a:pt x="2960548" y="370919"/>
                </a:cubicBezTo>
                <a:cubicBezTo>
                  <a:pt x="2953378" y="367822"/>
                  <a:pt x="2945319" y="365642"/>
                  <a:pt x="2936370" y="364380"/>
                </a:cubicBezTo>
                <a:cubicBezTo>
                  <a:pt x="2933273" y="364036"/>
                  <a:pt x="2929831" y="363749"/>
                  <a:pt x="2926045" y="363520"/>
                </a:cubicBezTo>
                <a:cubicBezTo>
                  <a:pt x="2922260" y="363290"/>
                  <a:pt x="2917441" y="363175"/>
                  <a:pt x="2911590" y="363175"/>
                </a:cubicBezTo>
                <a:close/>
                <a:moveTo>
                  <a:pt x="2653583" y="363175"/>
                </a:moveTo>
                <a:cubicBezTo>
                  <a:pt x="2652436" y="363175"/>
                  <a:pt x="2651461" y="363491"/>
                  <a:pt x="2650658" y="364122"/>
                </a:cubicBezTo>
                <a:cubicBezTo>
                  <a:pt x="2649854" y="364753"/>
                  <a:pt x="2649166" y="365785"/>
                  <a:pt x="2648593" y="367219"/>
                </a:cubicBezTo>
                <a:cubicBezTo>
                  <a:pt x="2648019" y="368653"/>
                  <a:pt x="2647589" y="370575"/>
                  <a:pt x="2647302" y="372984"/>
                </a:cubicBezTo>
                <a:cubicBezTo>
                  <a:pt x="2647015" y="375393"/>
                  <a:pt x="2646872" y="378319"/>
                  <a:pt x="2646872" y="381760"/>
                </a:cubicBezTo>
                <a:cubicBezTo>
                  <a:pt x="2646872" y="385087"/>
                  <a:pt x="2647015" y="387927"/>
                  <a:pt x="2647302" y="390278"/>
                </a:cubicBezTo>
                <a:cubicBezTo>
                  <a:pt x="2647589" y="392630"/>
                  <a:pt x="2648019" y="394523"/>
                  <a:pt x="2648593" y="395957"/>
                </a:cubicBezTo>
                <a:cubicBezTo>
                  <a:pt x="2649166" y="397391"/>
                  <a:pt x="2649854" y="398452"/>
                  <a:pt x="2650658" y="399141"/>
                </a:cubicBezTo>
                <a:cubicBezTo>
                  <a:pt x="2651461" y="399829"/>
                  <a:pt x="2652436" y="400173"/>
                  <a:pt x="2653583" y="400173"/>
                </a:cubicBezTo>
                <a:lnTo>
                  <a:pt x="2709338" y="400173"/>
                </a:lnTo>
                <a:lnTo>
                  <a:pt x="2709338" y="579655"/>
                </a:lnTo>
                <a:cubicBezTo>
                  <a:pt x="2709338" y="580802"/>
                  <a:pt x="2709711" y="581835"/>
                  <a:pt x="2710456" y="582753"/>
                </a:cubicBezTo>
                <a:cubicBezTo>
                  <a:pt x="2711202" y="583671"/>
                  <a:pt x="2712435" y="584416"/>
                  <a:pt x="2714156" y="584990"/>
                </a:cubicBezTo>
                <a:cubicBezTo>
                  <a:pt x="2715877" y="585563"/>
                  <a:pt x="2718200" y="586022"/>
                  <a:pt x="2721125" y="586366"/>
                </a:cubicBezTo>
                <a:cubicBezTo>
                  <a:pt x="2724051" y="586711"/>
                  <a:pt x="2727693" y="586883"/>
                  <a:pt x="2732053" y="586883"/>
                </a:cubicBezTo>
                <a:cubicBezTo>
                  <a:pt x="2736412" y="586883"/>
                  <a:pt x="2740054" y="586711"/>
                  <a:pt x="2742980" y="586366"/>
                </a:cubicBezTo>
                <a:cubicBezTo>
                  <a:pt x="2745905" y="586022"/>
                  <a:pt x="2748228" y="585563"/>
                  <a:pt x="2749949" y="584990"/>
                </a:cubicBezTo>
                <a:cubicBezTo>
                  <a:pt x="2751670" y="584416"/>
                  <a:pt x="2752903" y="583671"/>
                  <a:pt x="2753649" y="582753"/>
                </a:cubicBezTo>
                <a:cubicBezTo>
                  <a:pt x="2754394" y="581835"/>
                  <a:pt x="2754767" y="580802"/>
                  <a:pt x="2754767" y="579655"/>
                </a:cubicBezTo>
                <a:lnTo>
                  <a:pt x="2754767" y="400173"/>
                </a:lnTo>
                <a:lnTo>
                  <a:pt x="2810522" y="400173"/>
                </a:lnTo>
                <a:cubicBezTo>
                  <a:pt x="2811555" y="400173"/>
                  <a:pt x="2812501" y="399829"/>
                  <a:pt x="2813362" y="399141"/>
                </a:cubicBezTo>
                <a:cubicBezTo>
                  <a:pt x="2814222" y="398452"/>
                  <a:pt x="2814939" y="397391"/>
                  <a:pt x="2815513" y="395957"/>
                </a:cubicBezTo>
                <a:cubicBezTo>
                  <a:pt x="2816086" y="394523"/>
                  <a:pt x="2816516" y="392630"/>
                  <a:pt x="2816803" y="390278"/>
                </a:cubicBezTo>
                <a:cubicBezTo>
                  <a:pt x="2817090" y="387927"/>
                  <a:pt x="2817233" y="385087"/>
                  <a:pt x="2817233" y="381760"/>
                </a:cubicBezTo>
                <a:cubicBezTo>
                  <a:pt x="2817233" y="378319"/>
                  <a:pt x="2817090" y="375393"/>
                  <a:pt x="2816803" y="372984"/>
                </a:cubicBezTo>
                <a:cubicBezTo>
                  <a:pt x="2816516" y="370575"/>
                  <a:pt x="2816086" y="368653"/>
                  <a:pt x="2815513" y="367219"/>
                </a:cubicBezTo>
                <a:cubicBezTo>
                  <a:pt x="2814939" y="365785"/>
                  <a:pt x="2814222" y="364753"/>
                  <a:pt x="2813362" y="364122"/>
                </a:cubicBezTo>
                <a:cubicBezTo>
                  <a:pt x="2812501" y="363491"/>
                  <a:pt x="2811555" y="363175"/>
                  <a:pt x="2810522" y="363175"/>
                </a:cubicBezTo>
                <a:close/>
                <a:moveTo>
                  <a:pt x="2282443" y="363175"/>
                </a:moveTo>
                <a:cubicBezTo>
                  <a:pt x="2278657" y="363175"/>
                  <a:pt x="2275473" y="364294"/>
                  <a:pt x="2272892" y="366531"/>
                </a:cubicBezTo>
                <a:cubicBezTo>
                  <a:pt x="2270311" y="368768"/>
                  <a:pt x="2269020" y="372411"/>
                  <a:pt x="2269020" y="377458"/>
                </a:cubicBezTo>
                <a:lnTo>
                  <a:pt x="2269020" y="571567"/>
                </a:lnTo>
                <a:cubicBezTo>
                  <a:pt x="2269020" y="576615"/>
                  <a:pt x="2270311" y="580258"/>
                  <a:pt x="2272892" y="582495"/>
                </a:cubicBezTo>
                <a:cubicBezTo>
                  <a:pt x="2275473" y="584732"/>
                  <a:pt x="2278657" y="585850"/>
                  <a:pt x="2282443" y="585850"/>
                </a:cubicBezTo>
                <a:lnTo>
                  <a:pt x="2394296" y="585850"/>
                </a:lnTo>
                <a:cubicBezTo>
                  <a:pt x="2395329" y="585850"/>
                  <a:pt x="2396275" y="585535"/>
                  <a:pt x="2397136" y="584904"/>
                </a:cubicBezTo>
                <a:cubicBezTo>
                  <a:pt x="2397996" y="584273"/>
                  <a:pt x="2398713" y="583269"/>
                  <a:pt x="2399287" y="581892"/>
                </a:cubicBezTo>
                <a:cubicBezTo>
                  <a:pt x="2399860" y="580516"/>
                  <a:pt x="2400291" y="578709"/>
                  <a:pt x="2400577" y="576472"/>
                </a:cubicBezTo>
                <a:cubicBezTo>
                  <a:pt x="2400864" y="574235"/>
                  <a:pt x="2401008" y="571453"/>
                  <a:pt x="2401008" y="568126"/>
                </a:cubicBezTo>
                <a:cubicBezTo>
                  <a:pt x="2401008" y="564799"/>
                  <a:pt x="2400864" y="562017"/>
                  <a:pt x="2400577" y="559780"/>
                </a:cubicBezTo>
                <a:cubicBezTo>
                  <a:pt x="2400291" y="557543"/>
                  <a:pt x="2399860" y="555736"/>
                  <a:pt x="2399287" y="554359"/>
                </a:cubicBezTo>
                <a:cubicBezTo>
                  <a:pt x="2398713" y="552982"/>
                  <a:pt x="2397996" y="551979"/>
                  <a:pt x="2397136" y="551348"/>
                </a:cubicBezTo>
                <a:cubicBezTo>
                  <a:pt x="2396275" y="550717"/>
                  <a:pt x="2395329" y="550401"/>
                  <a:pt x="2394296" y="550401"/>
                </a:cubicBezTo>
                <a:lnTo>
                  <a:pt x="2314106" y="550401"/>
                </a:lnTo>
                <a:lnTo>
                  <a:pt x="2314106" y="487591"/>
                </a:lnTo>
                <a:lnTo>
                  <a:pt x="2381390" y="487591"/>
                </a:lnTo>
                <a:cubicBezTo>
                  <a:pt x="2382423" y="487591"/>
                  <a:pt x="2383369" y="487304"/>
                  <a:pt x="2384230" y="486731"/>
                </a:cubicBezTo>
                <a:cubicBezTo>
                  <a:pt x="2385090" y="486157"/>
                  <a:pt x="2385807" y="485211"/>
                  <a:pt x="2386381" y="483891"/>
                </a:cubicBezTo>
                <a:cubicBezTo>
                  <a:pt x="2386954" y="482572"/>
                  <a:pt x="2387384" y="480823"/>
                  <a:pt x="2387671" y="478643"/>
                </a:cubicBezTo>
                <a:cubicBezTo>
                  <a:pt x="2387958" y="476463"/>
                  <a:pt x="2388101" y="473710"/>
                  <a:pt x="2388101" y="470383"/>
                </a:cubicBezTo>
                <a:cubicBezTo>
                  <a:pt x="2388101" y="467171"/>
                  <a:pt x="2387958" y="464446"/>
                  <a:pt x="2387671" y="462209"/>
                </a:cubicBezTo>
                <a:cubicBezTo>
                  <a:pt x="2387384" y="459972"/>
                  <a:pt x="2386954" y="458194"/>
                  <a:pt x="2386381" y="456874"/>
                </a:cubicBezTo>
                <a:cubicBezTo>
                  <a:pt x="2385807" y="455555"/>
                  <a:pt x="2385090" y="454580"/>
                  <a:pt x="2384230" y="453949"/>
                </a:cubicBezTo>
                <a:cubicBezTo>
                  <a:pt x="2383369" y="453318"/>
                  <a:pt x="2382423" y="453003"/>
                  <a:pt x="2381390" y="453003"/>
                </a:cubicBezTo>
                <a:lnTo>
                  <a:pt x="2314106" y="453003"/>
                </a:lnTo>
                <a:lnTo>
                  <a:pt x="2314106" y="398624"/>
                </a:lnTo>
                <a:lnTo>
                  <a:pt x="2393608" y="398624"/>
                </a:lnTo>
                <a:cubicBezTo>
                  <a:pt x="2394641" y="398624"/>
                  <a:pt x="2395558" y="398309"/>
                  <a:pt x="2396361" y="397678"/>
                </a:cubicBezTo>
                <a:cubicBezTo>
                  <a:pt x="2397164" y="397047"/>
                  <a:pt x="2397853" y="396043"/>
                  <a:pt x="2398426" y="394667"/>
                </a:cubicBezTo>
                <a:cubicBezTo>
                  <a:pt x="2399000" y="393290"/>
                  <a:pt x="2399430" y="391483"/>
                  <a:pt x="2399717" y="389246"/>
                </a:cubicBezTo>
                <a:cubicBezTo>
                  <a:pt x="2400004" y="387009"/>
                  <a:pt x="2400147" y="384284"/>
                  <a:pt x="2400147" y="381072"/>
                </a:cubicBezTo>
                <a:cubicBezTo>
                  <a:pt x="2400147" y="377630"/>
                  <a:pt x="2400004" y="374791"/>
                  <a:pt x="2399717" y="372554"/>
                </a:cubicBezTo>
                <a:cubicBezTo>
                  <a:pt x="2399430" y="370317"/>
                  <a:pt x="2399000" y="368481"/>
                  <a:pt x="2398426" y="367047"/>
                </a:cubicBezTo>
                <a:cubicBezTo>
                  <a:pt x="2397853" y="365613"/>
                  <a:pt x="2397164" y="364609"/>
                  <a:pt x="2396361" y="364036"/>
                </a:cubicBezTo>
                <a:cubicBezTo>
                  <a:pt x="2395558" y="363462"/>
                  <a:pt x="2394641" y="363175"/>
                  <a:pt x="2393608" y="363175"/>
                </a:cubicBezTo>
                <a:close/>
                <a:moveTo>
                  <a:pt x="1415333" y="363175"/>
                </a:moveTo>
                <a:cubicBezTo>
                  <a:pt x="1414186" y="363175"/>
                  <a:pt x="1413211" y="363491"/>
                  <a:pt x="1412408" y="364122"/>
                </a:cubicBezTo>
                <a:cubicBezTo>
                  <a:pt x="1411605" y="364753"/>
                  <a:pt x="1410916" y="365785"/>
                  <a:pt x="1410342" y="367219"/>
                </a:cubicBezTo>
                <a:cubicBezTo>
                  <a:pt x="1409769" y="368653"/>
                  <a:pt x="1409339" y="370575"/>
                  <a:pt x="1409052" y="372984"/>
                </a:cubicBezTo>
                <a:cubicBezTo>
                  <a:pt x="1408765" y="375393"/>
                  <a:pt x="1408622" y="378319"/>
                  <a:pt x="1408622" y="381760"/>
                </a:cubicBezTo>
                <a:cubicBezTo>
                  <a:pt x="1408622" y="385087"/>
                  <a:pt x="1408765" y="387927"/>
                  <a:pt x="1409052" y="390278"/>
                </a:cubicBezTo>
                <a:cubicBezTo>
                  <a:pt x="1409339" y="392630"/>
                  <a:pt x="1409769" y="394523"/>
                  <a:pt x="1410342" y="395957"/>
                </a:cubicBezTo>
                <a:cubicBezTo>
                  <a:pt x="1410916" y="397391"/>
                  <a:pt x="1411605" y="398452"/>
                  <a:pt x="1412408" y="399141"/>
                </a:cubicBezTo>
                <a:cubicBezTo>
                  <a:pt x="1413211" y="399829"/>
                  <a:pt x="1414186" y="400173"/>
                  <a:pt x="1415333" y="400173"/>
                </a:cubicBezTo>
                <a:lnTo>
                  <a:pt x="1471088" y="400173"/>
                </a:lnTo>
                <a:lnTo>
                  <a:pt x="1471088" y="579655"/>
                </a:lnTo>
                <a:cubicBezTo>
                  <a:pt x="1471088" y="580802"/>
                  <a:pt x="1471460" y="581835"/>
                  <a:pt x="1472206" y="582753"/>
                </a:cubicBezTo>
                <a:cubicBezTo>
                  <a:pt x="1472952" y="583671"/>
                  <a:pt x="1474185" y="584416"/>
                  <a:pt x="1475906" y="584990"/>
                </a:cubicBezTo>
                <a:cubicBezTo>
                  <a:pt x="1477627" y="585563"/>
                  <a:pt x="1479950" y="586022"/>
                  <a:pt x="1482875" y="586366"/>
                </a:cubicBezTo>
                <a:cubicBezTo>
                  <a:pt x="1485801" y="586711"/>
                  <a:pt x="1489443" y="586883"/>
                  <a:pt x="1493802" y="586883"/>
                </a:cubicBezTo>
                <a:cubicBezTo>
                  <a:pt x="1498162" y="586883"/>
                  <a:pt x="1501804" y="586711"/>
                  <a:pt x="1504730" y="586366"/>
                </a:cubicBezTo>
                <a:cubicBezTo>
                  <a:pt x="1507655" y="586022"/>
                  <a:pt x="1509978" y="585563"/>
                  <a:pt x="1511699" y="584990"/>
                </a:cubicBezTo>
                <a:cubicBezTo>
                  <a:pt x="1513420" y="584416"/>
                  <a:pt x="1514653" y="583671"/>
                  <a:pt x="1515399" y="582753"/>
                </a:cubicBezTo>
                <a:cubicBezTo>
                  <a:pt x="1516145" y="581835"/>
                  <a:pt x="1516517" y="580802"/>
                  <a:pt x="1516517" y="579655"/>
                </a:cubicBezTo>
                <a:lnTo>
                  <a:pt x="1516517" y="400173"/>
                </a:lnTo>
                <a:lnTo>
                  <a:pt x="1572272" y="400173"/>
                </a:lnTo>
                <a:cubicBezTo>
                  <a:pt x="1573305" y="400173"/>
                  <a:pt x="1574251" y="399829"/>
                  <a:pt x="1575111" y="399141"/>
                </a:cubicBezTo>
                <a:cubicBezTo>
                  <a:pt x="1575972" y="398452"/>
                  <a:pt x="1576689" y="397391"/>
                  <a:pt x="1577262" y="395957"/>
                </a:cubicBezTo>
                <a:cubicBezTo>
                  <a:pt x="1577836" y="394523"/>
                  <a:pt x="1578266" y="392630"/>
                  <a:pt x="1578553" y="390278"/>
                </a:cubicBezTo>
                <a:cubicBezTo>
                  <a:pt x="1578840" y="387927"/>
                  <a:pt x="1578983" y="385087"/>
                  <a:pt x="1578983" y="381760"/>
                </a:cubicBezTo>
                <a:cubicBezTo>
                  <a:pt x="1578983" y="378319"/>
                  <a:pt x="1578840" y="375393"/>
                  <a:pt x="1578553" y="372984"/>
                </a:cubicBezTo>
                <a:cubicBezTo>
                  <a:pt x="1578266" y="370575"/>
                  <a:pt x="1577836" y="368653"/>
                  <a:pt x="1577262" y="367219"/>
                </a:cubicBezTo>
                <a:cubicBezTo>
                  <a:pt x="1576689" y="365785"/>
                  <a:pt x="1575972" y="364753"/>
                  <a:pt x="1575111" y="364122"/>
                </a:cubicBezTo>
                <a:cubicBezTo>
                  <a:pt x="1574251" y="363491"/>
                  <a:pt x="1573305" y="363175"/>
                  <a:pt x="1572272" y="363175"/>
                </a:cubicBezTo>
                <a:close/>
                <a:moveTo>
                  <a:pt x="636511" y="363175"/>
                </a:moveTo>
                <a:cubicBezTo>
                  <a:pt x="631922" y="363175"/>
                  <a:pt x="628222" y="364523"/>
                  <a:pt x="625411" y="367219"/>
                </a:cubicBezTo>
                <a:cubicBezTo>
                  <a:pt x="622601" y="369915"/>
                  <a:pt x="621195" y="373959"/>
                  <a:pt x="621195" y="379351"/>
                </a:cubicBezTo>
                <a:lnTo>
                  <a:pt x="621195" y="579655"/>
                </a:lnTo>
                <a:cubicBezTo>
                  <a:pt x="621195" y="580802"/>
                  <a:pt x="621540" y="581835"/>
                  <a:pt x="622228" y="582753"/>
                </a:cubicBezTo>
                <a:cubicBezTo>
                  <a:pt x="622916" y="583671"/>
                  <a:pt x="624121" y="584416"/>
                  <a:pt x="625842" y="584990"/>
                </a:cubicBezTo>
                <a:cubicBezTo>
                  <a:pt x="627562" y="585563"/>
                  <a:pt x="629886" y="586022"/>
                  <a:pt x="632811" y="586366"/>
                </a:cubicBezTo>
                <a:cubicBezTo>
                  <a:pt x="635736" y="586711"/>
                  <a:pt x="639379" y="586883"/>
                  <a:pt x="643738" y="586883"/>
                </a:cubicBezTo>
                <a:cubicBezTo>
                  <a:pt x="648212" y="586883"/>
                  <a:pt x="651883" y="586711"/>
                  <a:pt x="654751" y="586366"/>
                </a:cubicBezTo>
                <a:cubicBezTo>
                  <a:pt x="657620" y="586022"/>
                  <a:pt x="659914" y="585563"/>
                  <a:pt x="661635" y="584990"/>
                </a:cubicBezTo>
                <a:cubicBezTo>
                  <a:pt x="663356" y="584416"/>
                  <a:pt x="664589" y="583671"/>
                  <a:pt x="665335" y="582753"/>
                </a:cubicBezTo>
                <a:cubicBezTo>
                  <a:pt x="666080" y="581835"/>
                  <a:pt x="666453" y="580802"/>
                  <a:pt x="666453" y="579655"/>
                </a:cubicBezTo>
                <a:lnTo>
                  <a:pt x="666453" y="508585"/>
                </a:lnTo>
                <a:lnTo>
                  <a:pt x="685038" y="508585"/>
                </a:lnTo>
                <a:cubicBezTo>
                  <a:pt x="699722" y="508585"/>
                  <a:pt x="712485" y="506864"/>
                  <a:pt x="723326" y="503423"/>
                </a:cubicBezTo>
                <a:cubicBezTo>
                  <a:pt x="734168" y="499981"/>
                  <a:pt x="743317" y="494962"/>
                  <a:pt x="750774" y="488365"/>
                </a:cubicBezTo>
                <a:cubicBezTo>
                  <a:pt x="758230" y="481769"/>
                  <a:pt x="763909" y="473652"/>
                  <a:pt x="767810" y="464016"/>
                </a:cubicBezTo>
                <a:cubicBezTo>
                  <a:pt x="771710" y="454379"/>
                  <a:pt x="773660" y="443309"/>
                  <a:pt x="773660" y="430804"/>
                </a:cubicBezTo>
                <a:cubicBezTo>
                  <a:pt x="773660" y="421741"/>
                  <a:pt x="772399" y="413567"/>
                  <a:pt x="769875" y="406282"/>
                </a:cubicBezTo>
                <a:cubicBezTo>
                  <a:pt x="767351" y="398997"/>
                  <a:pt x="763680" y="392630"/>
                  <a:pt x="758861" y="387181"/>
                </a:cubicBezTo>
                <a:cubicBezTo>
                  <a:pt x="754043" y="381732"/>
                  <a:pt x="748221" y="377229"/>
                  <a:pt x="741395" y="373672"/>
                </a:cubicBezTo>
                <a:cubicBezTo>
                  <a:pt x="734569" y="370116"/>
                  <a:pt x="727829" y="367678"/>
                  <a:pt x="721175" y="366359"/>
                </a:cubicBezTo>
                <a:cubicBezTo>
                  <a:pt x="714522" y="365040"/>
                  <a:pt x="708814" y="364179"/>
                  <a:pt x="704053" y="363778"/>
                </a:cubicBezTo>
                <a:cubicBezTo>
                  <a:pt x="699292" y="363376"/>
                  <a:pt x="694273" y="363175"/>
                  <a:pt x="688996" y="363175"/>
                </a:cubicBezTo>
                <a:close/>
                <a:moveTo>
                  <a:pt x="446011" y="363175"/>
                </a:moveTo>
                <a:cubicBezTo>
                  <a:pt x="441422" y="363175"/>
                  <a:pt x="437722" y="364523"/>
                  <a:pt x="434911" y="367219"/>
                </a:cubicBezTo>
                <a:cubicBezTo>
                  <a:pt x="432101" y="369915"/>
                  <a:pt x="430695" y="373959"/>
                  <a:pt x="430695" y="379351"/>
                </a:cubicBezTo>
                <a:lnTo>
                  <a:pt x="430695" y="579655"/>
                </a:lnTo>
                <a:cubicBezTo>
                  <a:pt x="430695" y="580802"/>
                  <a:pt x="431040" y="581835"/>
                  <a:pt x="431728" y="582753"/>
                </a:cubicBezTo>
                <a:cubicBezTo>
                  <a:pt x="432416" y="583671"/>
                  <a:pt x="433621" y="584416"/>
                  <a:pt x="435342" y="584990"/>
                </a:cubicBezTo>
                <a:cubicBezTo>
                  <a:pt x="437062" y="585563"/>
                  <a:pt x="439386" y="586022"/>
                  <a:pt x="442311" y="586366"/>
                </a:cubicBezTo>
                <a:cubicBezTo>
                  <a:pt x="445236" y="586711"/>
                  <a:pt x="448879" y="586883"/>
                  <a:pt x="453238" y="586883"/>
                </a:cubicBezTo>
                <a:cubicBezTo>
                  <a:pt x="457712" y="586883"/>
                  <a:pt x="461383" y="586711"/>
                  <a:pt x="464252" y="586366"/>
                </a:cubicBezTo>
                <a:cubicBezTo>
                  <a:pt x="467120" y="586022"/>
                  <a:pt x="469414" y="585563"/>
                  <a:pt x="471135" y="584990"/>
                </a:cubicBezTo>
                <a:cubicBezTo>
                  <a:pt x="472856" y="584416"/>
                  <a:pt x="474089" y="583671"/>
                  <a:pt x="474835" y="582753"/>
                </a:cubicBezTo>
                <a:cubicBezTo>
                  <a:pt x="475580" y="581835"/>
                  <a:pt x="475953" y="580802"/>
                  <a:pt x="475953" y="579655"/>
                </a:cubicBezTo>
                <a:lnTo>
                  <a:pt x="475953" y="508585"/>
                </a:lnTo>
                <a:lnTo>
                  <a:pt x="494538" y="508585"/>
                </a:lnTo>
                <a:cubicBezTo>
                  <a:pt x="509222" y="508585"/>
                  <a:pt x="521985" y="506864"/>
                  <a:pt x="532826" y="503423"/>
                </a:cubicBezTo>
                <a:cubicBezTo>
                  <a:pt x="543668" y="499981"/>
                  <a:pt x="552817" y="494962"/>
                  <a:pt x="560274" y="488365"/>
                </a:cubicBezTo>
                <a:cubicBezTo>
                  <a:pt x="567730" y="481769"/>
                  <a:pt x="573409" y="473652"/>
                  <a:pt x="577310" y="464016"/>
                </a:cubicBezTo>
                <a:cubicBezTo>
                  <a:pt x="581210" y="454379"/>
                  <a:pt x="583161" y="443309"/>
                  <a:pt x="583161" y="430804"/>
                </a:cubicBezTo>
                <a:cubicBezTo>
                  <a:pt x="583161" y="421741"/>
                  <a:pt x="581899" y="413567"/>
                  <a:pt x="579375" y="406282"/>
                </a:cubicBezTo>
                <a:cubicBezTo>
                  <a:pt x="576851" y="398997"/>
                  <a:pt x="573180" y="392630"/>
                  <a:pt x="568361" y="387181"/>
                </a:cubicBezTo>
                <a:cubicBezTo>
                  <a:pt x="563543" y="381732"/>
                  <a:pt x="557721" y="377229"/>
                  <a:pt x="550895" y="373672"/>
                </a:cubicBezTo>
                <a:cubicBezTo>
                  <a:pt x="544069" y="370116"/>
                  <a:pt x="537329" y="367678"/>
                  <a:pt x="530675" y="366359"/>
                </a:cubicBezTo>
                <a:cubicBezTo>
                  <a:pt x="524021" y="365040"/>
                  <a:pt x="518314" y="364179"/>
                  <a:pt x="513553" y="363778"/>
                </a:cubicBezTo>
                <a:cubicBezTo>
                  <a:pt x="508792" y="363376"/>
                  <a:pt x="503773" y="363175"/>
                  <a:pt x="498496" y="363175"/>
                </a:cubicBezTo>
                <a:close/>
                <a:moveTo>
                  <a:pt x="2604293" y="362487"/>
                </a:moveTo>
                <a:cubicBezTo>
                  <a:pt x="2600163" y="362487"/>
                  <a:pt x="2596779" y="362631"/>
                  <a:pt x="2594140" y="362917"/>
                </a:cubicBezTo>
                <a:cubicBezTo>
                  <a:pt x="2591501" y="363204"/>
                  <a:pt x="2589379" y="363692"/>
                  <a:pt x="2587773" y="364380"/>
                </a:cubicBezTo>
                <a:cubicBezTo>
                  <a:pt x="2586167" y="365068"/>
                  <a:pt x="2585020" y="365871"/>
                  <a:pt x="2584331" y="366789"/>
                </a:cubicBezTo>
                <a:cubicBezTo>
                  <a:pt x="2583643" y="367707"/>
                  <a:pt x="2583299" y="368739"/>
                  <a:pt x="2583299" y="369887"/>
                </a:cubicBezTo>
                <a:lnTo>
                  <a:pt x="2583299" y="474341"/>
                </a:lnTo>
                <a:cubicBezTo>
                  <a:pt x="2583299" y="482257"/>
                  <a:pt x="2583385" y="490574"/>
                  <a:pt x="2583557" y="499293"/>
                </a:cubicBezTo>
                <a:cubicBezTo>
                  <a:pt x="2583729" y="508012"/>
                  <a:pt x="2583987" y="516386"/>
                  <a:pt x="2584331" y="524417"/>
                </a:cubicBezTo>
                <a:lnTo>
                  <a:pt x="2584159" y="524417"/>
                </a:lnTo>
                <a:cubicBezTo>
                  <a:pt x="2582094" y="519828"/>
                  <a:pt x="2579972" y="515239"/>
                  <a:pt x="2577792" y="510650"/>
                </a:cubicBezTo>
                <a:cubicBezTo>
                  <a:pt x="2575612" y="506061"/>
                  <a:pt x="2573375" y="501386"/>
                  <a:pt x="2571081" y="496625"/>
                </a:cubicBezTo>
                <a:cubicBezTo>
                  <a:pt x="2568786" y="491864"/>
                  <a:pt x="2566406" y="487104"/>
                  <a:pt x="2563940" y="482343"/>
                </a:cubicBezTo>
                <a:cubicBezTo>
                  <a:pt x="2561473" y="477582"/>
                  <a:pt x="2558978" y="472735"/>
                  <a:pt x="2556454" y="467802"/>
                </a:cubicBezTo>
                <a:lnTo>
                  <a:pt x="2513089" y="386407"/>
                </a:lnTo>
                <a:cubicBezTo>
                  <a:pt x="2510909" y="381932"/>
                  <a:pt x="2508787" y="378175"/>
                  <a:pt x="2506722" y="375135"/>
                </a:cubicBezTo>
                <a:cubicBezTo>
                  <a:pt x="2504657" y="372095"/>
                  <a:pt x="2502449" y="369715"/>
                  <a:pt x="2500097" y="367994"/>
                </a:cubicBezTo>
                <a:cubicBezTo>
                  <a:pt x="2497745" y="366273"/>
                  <a:pt x="2495078" y="365040"/>
                  <a:pt x="2492095" y="364294"/>
                </a:cubicBezTo>
                <a:cubicBezTo>
                  <a:pt x="2489112" y="363548"/>
                  <a:pt x="2485441" y="363175"/>
                  <a:pt x="2481082" y="363175"/>
                </a:cubicBezTo>
                <a:lnTo>
                  <a:pt x="2456818" y="363175"/>
                </a:lnTo>
                <a:cubicBezTo>
                  <a:pt x="2452229" y="363175"/>
                  <a:pt x="2448357" y="364523"/>
                  <a:pt x="2445203" y="367219"/>
                </a:cubicBezTo>
                <a:cubicBezTo>
                  <a:pt x="2442048" y="369915"/>
                  <a:pt x="2440470" y="373959"/>
                  <a:pt x="2440470" y="379351"/>
                </a:cubicBezTo>
                <a:lnTo>
                  <a:pt x="2440470" y="579483"/>
                </a:lnTo>
                <a:cubicBezTo>
                  <a:pt x="2440470" y="580630"/>
                  <a:pt x="2440757" y="581663"/>
                  <a:pt x="2441331" y="582581"/>
                </a:cubicBezTo>
                <a:cubicBezTo>
                  <a:pt x="2441904" y="583498"/>
                  <a:pt x="2442937" y="584273"/>
                  <a:pt x="2444428" y="584904"/>
                </a:cubicBezTo>
                <a:cubicBezTo>
                  <a:pt x="2445919" y="585535"/>
                  <a:pt x="2447984" y="586022"/>
                  <a:pt x="2450623" y="586366"/>
                </a:cubicBezTo>
                <a:cubicBezTo>
                  <a:pt x="2453262" y="586711"/>
                  <a:pt x="2456589" y="586883"/>
                  <a:pt x="2460604" y="586883"/>
                </a:cubicBezTo>
                <a:cubicBezTo>
                  <a:pt x="2464734" y="586883"/>
                  <a:pt x="2468118" y="586711"/>
                  <a:pt x="2470757" y="586366"/>
                </a:cubicBezTo>
                <a:cubicBezTo>
                  <a:pt x="2473395" y="586022"/>
                  <a:pt x="2475489" y="585535"/>
                  <a:pt x="2477038" y="584904"/>
                </a:cubicBezTo>
                <a:cubicBezTo>
                  <a:pt x="2478587" y="584273"/>
                  <a:pt x="2479676" y="583498"/>
                  <a:pt x="2480307" y="582581"/>
                </a:cubicBezTo>
                <a:cubicBezTo>
                  <a:pt x="2480938" y="581663"/>
                  <a:pt x="2481254" y="580630"/>
                  <a:pt x="2481254" y="579483"/>
                </a:cubicBezTo>
                <a:lnTo>
                  <a:pt x="2481254" y="462983"/>
                </a:lnTo>
                <a:cubicBezTo>
                  <a:pt x="2481254" y="454264"/>
                  <a:pt x="2481139" y="445804"/>
                  <a:pt x="2480910" y="437601"/>
                </a:cubicBezTo>
                <a:cubicBezTo>
                  <a:pt x="2480680" y="429399"/>
                  <a:pt x="2480336" y="421167"/>
                  <a:pt x="2479877" y="412907"/>
                </a:cubicBezTo>
                <a:lnTo>
                  <a:pt x="2480221" y="412907"/>
                </a:lnTo>
                <a:cubicBezTo>
                  <a:pt x="2482860" y="419676"/>
                  <a:pt x="2485843" y="426645"/>
                  <a:pt x="2489170" y="433815"/>
                </a:cubicBezTo>
                <a:cubicBezTo>
                  <a:pt x="2492497" y="440985"/>
                  <a:pt x="2495766" y="447668"/>
                  <a:pt x="2498978" y="453863"/>
                </a:cubicBezTo>
                <a:lnTo>
                  <a:pt x="2554389" y="557973"/>
                </a:lnTo>
                <a:cubicBezTo>
                  <a:pt x="2557257" y="563709"/>
                  <a:pt x="2559838" y="568384"/>
                  <a:pt x="2562133" y="571998"/>
                </a:cubicBezTo>
                <a:cubicBezTo>
                  <a:pt x="2564427" y="575611"/>
                  <a:pt x="2566807" y="578479"/>
                  <a:pt x="2569274" y="580602"/>
                </a:cubicBezTo>
                <a:cubicBezTo>
                  <a:pt x="2571741" y="582724"/>
                  <a:pt x="2574437" y="584187"/>
                  <a:pt x="2577362" y="584990"/>
                </a:cubicBezTo>
                <a:cubicBezTo>
                  <a:pt x="2580287" y="585793"/>
                  <a:pt x="2583758" y="586194"/>
                  <a:pt x="2587773" y="586194"/>
                </a:cubicBezTo>
                <a:lnTo>
                  <a:pt x="2607046" y="586194"/>
                </a:lnTo>
                <a:cubicBezTo>
                  <a:pt x="2609226" y="586194"/>
                  <a:pt x="2611377" y="585879"/>
                  <a:pt x="2613499" y="585248"/>
                </a:cubicBezTo>
                <a:cubicBezTo>
                  <a:pt x="2615622" y="584617"/>
                  <a:pt x="2617457" y="583613"/>
                  <a:pt x="2619006" y="582236"/>
                </a:cubicBezTo>
                <a:cubicBezTo>
                  <a:pt x="2620555" y="580860"/>
                  <a:pt x="2621788" y="579139"/>
                  <a:pt x="2622706" y="577074"/>
                </a:cubicBezTo>
                <a:cubicBezTo>
                  <a:pt x="2623623" y="575009"/>
                  <a:pt x="2624082" y="572657"/>
                  <a:pt x="2624082" y="570019"/>
                </a:cubicBezTo>
                <a:lnTo>
                  <a:pt x="2624082" y="369887"/>
                </a:lnTo>
                <a:cubicBezTo>
                  <a:pt x="2624082" y="368739"/>
                  <a:pt x="2623795" y="367707"/>
                  <a:pt x="2623222" y="366789"/>
                </a:cubicBezTo>
                <a:cubicBezTo>
                  <a:pt x="2622648" y="365871"/>
                  <a:pt x="2621644" y="365068"/>
                  <a:pt x="2620211" y="364380"/>
                </a:cubicBezTo>
                <a:cubicBezTo>
                  <a:pt x="2618776" y="363692"/>
                  <a:pt x="2616740" y="363204"/>
                  <a:pt x="2614102" y="362917"/>
                </a:cubicBezTo>
                <a:cubicBezTo>
                  <a:pt x="2611463" y="362631"/>
                  <a:pt x="2608193" y="362487"/>
                  <a:pt x="2604293" y="362487"/>
                </a:cubicBezTo>
                <a:close/>
                <a:moveTo>
                  <a:pt x="2099468" y="362487"/>
                </a:moveTo>
                <a:cubicBezTo>
                  <a:pt x="2095338" y="362487"/>
                  <a:pt x="2091953" y="362631"/>
                  <a:pt x="2089315" y="362917"/>
                </a:cubicBezTo>
                <a:cubicBezTo>
                  <a:pt x="2086676" y="363204"/>
                  <a:pt x="2084554" y="363692"/>
                  <a:pt x="2082948" y="364380"/>
                </a:cubicBezTo>
                <a:cubicBezTo>
                  <a:pt x="2081342" y="365068"/>
                  <a:pt x="2080195" y="365871"/>
                  <a:pt x="2079506" y="366789"/>
                </a:cubicBezTo>
                <a:cubicBezTo>
                  <a:pt x="2078818" y="367707"/>
                  <a:pt x="2078474" y="368739"/>
                  <a:pt x="2078474" y="369887"/>
                </a:cubicBezTo>
                <a:lnTo>
                  <a:pt x="2078474" y="474341"/>
                </a:lnTo>
                <a:cubicBezTo>
                  <a:pt x="2078474" y="482257"/>
                  <a:pt x="2078560" y="490574"/>
                  <a:pt x="2078732" y="499293"/>
                </a:cubicBezTo>
                <a:cubicBezTo>
                  <a:pt x="2078904" y="508012"/>
                  <a:pt x="2079162" y="516386"/>
                  <a:pt x="2079506" y="524417"/>
                </a:cubicBezTo>
                <a:lnTo>
                  <a:pt x="2079334" y="524417"/>
                </a:lnTo>
                <a:cubicBezTo>
                  <a:pt x="2077269" y="519828"/>
                  <a:pt x="2075147" y="515239"/>
                  <a:pt x="2072967" y="510650"/>
                </a:cubicBezTo>
                <a:cubicBezTo>
                  <a:pt x="2070787" y="506061"/>
                  <a:pt x="2068550" y="501386"/>
                  <a:pt x="2066256" y="496625"/>
                </a:cubicBezTo>
                <a:cubicBezTo>
                  <a:pt x="2063962" y="491864"/>
                  <a:pt x="2061581" y="487104"/>
                  <a:pt x="2059114" y="482343"/>
                </a:cubicBezTo>
                <a:cubicBezTo>
                  <a:pt x="2056648" y="477582"/>
                  <a:pt x="2054153" y="472735"/>
                  <a:pt x="2051629" y="467802"/>
                </a:cubicBezTo>
                <a:lnTo>
                  <a:pt x="2008264" y="386407"/>
                </a:lnTo>
                <a:cubicBezTo>
                  <a:pt x="2006084" y="381932"/>
                  <a:pt x="2003962" y="378175"/>
                  <a:pt x="2001897" y="375135"/>
                </a:cubicBezTo>
                <a:cubicBezTo>
                  <a:pt x="1999832" y="372095"/>
                  <a:pt x="1997624" y="369715"/>
                  <a:pt x="1995272" y="367994"/>
                </a:cubicBezTo>
                <a:cubicBezTo>
                  <a:pt x="1992920" y="366273"/>
                  <a:pt x="1990253" y="365040"/>
                  <a:pt x="1987270" y="364294"/>
                </a:cubicBezTo>
                <a:cubicBezTo>
                  <a:pt x="1984287" y="363548"/>
                  <a:pt x="1980616" y="363175"/>
                  <a:pt x="1976257" y="363175"/>
                </a:cubicBezTo>
                <a:lnTo>
                  <a:pt x="1951993" y="363175"/>
                </a:lnTo>
                <a:cubicBezTo>
                  <a:pt x="1947404" y="363175"/>
                  <a:pt x="1943532" y="364523"/>
                  <a:pt x="1940378" y="367219"/>
                </a:cubicBezTo>
                <a:cubicBezTo>
                  <a:pt x="1937223" y="369915"/>
                  <a:pt x="1935645" y="373959"/>
                  <a:pt x="1935645" y="379351"/>
                </a:cubicBezTo>
                <a:lnTo>
                  <a:pt x="1935645" y="579483"/>
                </a:lnTo>
                <a:cubicBezTo>
                  <a:pt x="1935645" y="580630"/>
                  <a:pt x="1935932" y="581663"/>
                  <a:pt x="1936506" y="582581"/>
                </a:cubicBezTo>
                <a:cubicBezTo>
                  <a:pt x="1937079" y="583498"/>
                  <a:pt x="1938112" y="584273"/>
                  <a:pt x="1939603" y="584904"/>
                </a:cubicBezTo>
                <a:cubicBezTo>
                  <a:pt x="1941095" y="585535"/>
                  <a:pt x="1943160" y="586022"/>
                  <a:pt x="1945798" y="586366"/>
                </a:cubicBezTo>
                <a:cubicBezTo>
                  <a:pt x="1948437" y="586711"/>
                  <a:pt x="1951764" y="586883"/>
                  <a:pt x="1955779" y="586883"/>
                </a:cubicBezTo>
                <a:cubicBezTo>
                  <a:pt x="1959909" y="586883"/>
                  <a:pt x="1963293" y="586711"/>
                  <a:pt x="1965932" y="586366"/>
                </a:cubicBezTo>
                <a:cubicBezTo>
                  <a:pt x="1968570" y="586022"/>
                  <a:pt x="1970664" y="585535"/>
                  <a:pt x="1972213" y="584904"/>
                </a:cubicBezTo>
                <a:cubicBezTo>
                  <a:pt x="1973762" y="584273"/>
                  <a:pt x="1974851" y="583498"/>
                  <a:pt x="1975482" y="582581"/>
                </a:cubicBezTo>
                <a:cubicBezTo>
                  <a:pt x="1976113" y="581663"/>
                  <a:pt x="1976429" y="580630"/>
                  <a:pt x="1976429" y="579483"/>
                </a:cubicBezTo>
                <a:lnTo>
                  <a:pt x="1976429" y="462983"/>
                </a:lnTo>
                <a:cubicBezTo>
                  <a:pt x="1976429" y="454264"/>
                  <a:pt x="1976314" y="445804"/>
                  <a:pt x="1976085" y="437601"/>
                </a:cubicBezTo>
                <a:cubicBezTo>
                  <a:pt x="1975855" y="429399"/>
                  <a:pt x="1975511" y="421167"/>
                  <a:pt x="1975052" y="412907"/>
                </a:cubicBezTo>
                <a:lnTo>
                  <a:pt x="1975396" y="412907"/>
                </a:lnTo>
                <a:cubicBezTo>
                  <a:pt x="1978035" y="419676"/>
                  <a:pt x="1981018" y="426645"/>
                  <a:pt x="1984345" y="433815"/>
                </a:cubicBezTo>
                <a:cubicBezTo>
                  <a:pt x="1987671" y="440985"/>
                  <a:pt x="1990941" y="447668"/>
                  <a:pt x="1994153" y="453863"/>
                </a:cubicBezTo>
                <a:lnTo>
                  <a:pt x="2049564" y="557973"/>
                </a:lnTo>
                <a:cubicBezTo>
                  <a:pt x="2052432" y="563709"/>
                  <a:pt x="2055013" y="568384"/>
                  <a:pt x="2057308" y="571998"/>
                </a:cubicBezTo>
                <a:cubicBezTo>
                  <a:pt x="2059602" y="575611"/>
                  <a:pt x="2061983" y="578479"/>
                  <a:pt x="2064449" y="580602"/>
                </a:cubicBezTo>
                <a:cubicBezTo>
                  <a:pt x="2066915" y="582724"/>
                  <a:pt x="2069612" y="584187"/>
                  <a:pt x="2072537" y="584990"/>
                </a:cubicBezTo>
                <a:cubicBezTo>
                  <a:pt x="2075462" y="585793"/>
                  <a:pt x="2078933" y="586194"/>
                  <a:pt x="2082948" y="586194"/>
                </a:cubicBezTo>
                <a:lnTo>
                  <a:pt x="2102221" y="586194"/>
                </a:lnTo>
                <a:cubicBezTo>
                  <a:pt x="2104401" y="586194"/>
                  <a:pt x="2106552" y="585879"/>
                  <a:pt x="2108674" y="585248"/>
                </a:cubicBezTo>
                <a:cubicBezTo>
                  <a:pt x="2110796" y="584617"/>
                  <a:pt x="2112632" y="583613"/>
                  <a:pt x="2114181" y="582236"/>
                </a:cubicBezTo>
                <a:cubicBezTo>
                  <a:pt x="2115730" y="580860"/>
                  <a:pt x="2116963" y="579139"/>
                  <a:pt x="2117881" y="577074"/>
                </a:cubicBezTo>
                <a:cubicBezTo>
                  <a:pt x="2118798" y="575009"/>
                  <a:pt x="2119257" y="572657"/>
                  <a:pt x="2119257" y="570019"/>
                </a:cubicBezTo>
                <a:lnTo>
                  <a:pt x="2119257" y="369887"/>
                </a:lnTo>
                <a:cubicBezTo>
                  <a:pt x="2119257" y="368739"/>
                  <a:pt x="2118970" y="367707"/>
                  <a:pt x="2118397" y="366789"/>
                </a:cubicBezTo>
                <a:cubicBezTo>
                  <a:pt x="2117823" y="365871"/>
                  <a:pt x="2116819" y="365068"/>
                  <a:pt x="2115385" y="364380"/>
                </a:cubicBezTo>
                <a:cubicBezTo>
                  <a:pt x="2113951" y="363692"/>
                  <a:pt x="2111915" y="363204"/>
                  <a:pt x="2109276" y="362917"/>
                </a:cubicBezTo>
                <a:cubicBezTo>
                  <a:pt x="2106638" y="362631"/>
                  <a:pt x="2103368" y="362487"/>
                  <a:pt x="2099468" y="362487"/>
                </a:cubicBezTo>
                <a:close/>
                <a:moveTo>
                  <a:pt x="3033602" y="362143"/>
                </a:moveTo>
                <a:cubicBezTo>
                  <a:pt x="3027292" y="362143"/>
                  <a:pt x="3022359" y="362286"/>
                  <a:pt x="3018802" y="362573"/>
                </a:cubicBezTo>
                <a:cubicBezTo>
                  <a:pt x="3015246" y="362860"/>
                  <a:pt x="3012808" y="363606"/>
                  <a:pt x="3011489" y="364810"/>
                </a:cubicBezTo>
                <a:cubicBezTo>
                  <a:pt x="3010170" y="366015"/>
                  <a:pt x="3009826" y="367793"/>
                  <a:pt x="3010456" y="370145"/>
                </a:cubicBezTo>
                <a:cubicBezTo>
                  <a:pt x="3011088" y="372497"/>
                  <a:pt x="3012493" y="375795"/>
                  <a:pt x="3014673" y="380040"/>
                </a:cubicBezTo>
                <a:lnTo>
                  <a:pt x="3075590" y="501358"/>
                </a:lnTo>
                <a:lnTo>
                  <a:pt x="3075590" y="579655"/>
                </a:lnTo>
                <a:cubicBezTo>
                  <a:pt x="3075590" y="580802"/>
                  <a:pt x="3075934" y="581835"/>
                  <a:pt x="3076622" y="582753"/>
                </a:cubicBezTo>
                <a:cubicBezTo>
                  <a:pt x="3077311" y="583671"/>
                  <a:pt x="3078544" y="584416"/>
                  <a:pt x="3080322" y="584990"/>
                </a:cubicBezTo>
                <a:cubicBezTo>
                  <a:pt x="3082100" y="585563"/>
                  <a:pt x="3084423" y="586022"/>
                  <a:pt x="3087291" y="586366"/>
                </a:cubicBezTo>
                <a:cubicBezTo>
                  <a:pt x="3090159" y="586711"/>
                  <a:pt x="3093830" y="586883"/>
                  <a:pt x="3098305" y="586883"/>
                </a:cubicBezTo>
                <a:cubicBezTo>
                  <a:pt x="3102664" y="586883"/>
                  <a:pt x="3106306" y="586711"/>
                  <a:pt x="3109232" y="586366"/>
                </a:cubicBezTo>
                <a:cubicBezTo>
                  <a:pt x="3112157" y="586022"/>
                  <a:pt x="3114480" y="585563"/>
                  <a:pt x="3116201" y="584990"/>
                </a:cubicBezTo>
                <a:cubicBezTo>
                  <a:pt x="3117922" y="584416"/>
                  <a:pt x="3119155" y="583671"/>
                  <a:pt x="3119901" y="582753"/>
                </a:cubicBezTo>
                <a:cubicBezTo>
                  <a:pt x="3120647" y="581835"/>
                  <a:pt x="3121020" y="580802"/>
                  <a:pt x="3121020" y="579655"/>
                </a:cubicBezTo>
                <a:lnTo>
                  <a:pt x="3121020" y="501358"/>
                </a:lnTo>
                <a:lnTo>
                  <a:pt x="3181937" y="380040"/>
                </a:lnTo>
                <a:cubicBezTo>
                  <a:pt x="3184002" y="375910"/>
                  <a:pt x="3185378" y="372640"/>
                  <a:pt x="3186067" y="370231"/>
                </a:cubicBezTo>
                <a:cubicBezTo>
                  <a:pt x="3186755" y="367822"/>
                  <a:pt x="3186439" y="366015"/>
                  <a:pt x="3185120" y="364810"/>
                </a:cubicBezTo>
                <a:cubicBezTo>
                  <a:pt x="3183801" y="363606"/>
                  <a:pt x="3181334" y="362860"/>
                  <a:pt x="3177721" y="362573"/>
                </a:cubicBezTo>
                <a:cubicBezTo>
                  <a:pt x="3174107" y="362286"/>
                  <a:pt x="3169031" y="362143"/>
                  <a:pt x="3162491" y="362143"/>
                </a:cubicBezTo>
                <a:cubicBezTo>
                  <a:pt x="3157559" y="362143"/>
                  <a:pt x="3153601" y="362258"/>
                  <a:pt x="3150618" y="362487"/>
                </a:cubicBezTo>
                <a:cubicBezTo>
                  <a:pt x="3147635" y="362717"/>
                  <a:pt x="3145283" y="363175"/>
                  <a:pt x="3143562" y="363864"/>
                </a:cubicBezTo>
                <a:cubicBezTo>
                  <a:pt x="3141841" y="364552"/>
                  <a:pt x="3140551" y="365441"/>
                  <a:pt x="3139690" y="366531"/>
                </a:cubicBezTo>
                <a:cubicBezTo>
                  <a:pt x="3138830" y="367621"/>
                  <a:pt x="3138113" y="369084"/>
                  <a:pt x="3137539" y="370919"/>
                </a:cubicBezTo>
                <a:lnTo>
                  <a:pt x="3113104" y="425297"/>
                </a:lnTo>
                <a:cubicBezTo>
                  <a:pt x="3110924" y="430574"/>
                  <a:pt x="3108687" y="436138"/>
                  <a:pt x="3106392" y="441989"/>
                </a:cubicBezTo>
                <a:cubicBezTo>
                  <a:pt x="3104098" y="447840"/>
                  <a:pt x="3101861" y="453863"/>
                  <a:pt x="3099681" y="460058"/>
                </a:cubicBezTo>
                <a:lnTo>
                  <a:pt x="3099337" y="460058"/>
                </a:lnTo>
                <a:cubicBezTo>
                  <a:pt x="3096928" y="453634"/>
                  <a:pt x="3094547" y="447496"/>
                  <a:pt x="3092196" y="441645"/>
                </a:cubicBezTo>
                <a:cubicBezTo>
                  <a:pt x="3089844" y="435794"/>
                  <a:pt x="3087463" y="430230"/>
                  <a:pt x="3085054" y="424953"/>
                </a:cubicBezTo>
                <a:lnTo>
                  <a:pt x="3060274" y="370231"/>
                </a:lnTo>
                <a:cubicBezTo>
                  <a:pt x="3059472" y="368625"/>
                  <a:pt x="3058640" y="367305"/>
                  <a:pt x="3057779" y="366273"/>
                </a:cubicBezTo>
                <a:cubicBezTo>
                  <a:pt x="3056919" y="365240"/>
                  <a:pt x="3055571" y="364409"/>
                  <a:pt x="3053735" y="363778"/>
                </a:cubicBezTo>
                <a:cubicBezTo>
                  <a:pt x="3051900" y="363147"/>
                  <a:pt x="3049405" y="362717"/>
                  <a:pt x="3046250" y="362487"/>
                </a:cubicBezTo>
                <a:cubicBezTo>
                  <a:pt x="3043095" y="362258"/>
                  <a:pt x="3038879" y="362143"/>
                  <a:pt x="3033602" y="362143"/>
                </a:cubicBezTo>
                <a:close/>
                <a:moveTo>
                  <a:pt x="1624985" y="362143"/>
                </a:moveTo>
                <a:cubicBezTo>
                  <a:pt x="1620626" y="362143"/>
                  <a:pt x="1617012" y="362315"/>
                  <a:pt x="1614144" y="362659"/>
                </a:cubicBezTo>
                <a:cubicBezTo>
                  <a:pt x="1611276" y="363003"/>
                  <a:pt x="1608953" y="363462"/>
                  <a:pt x="1607175" y="364036"/>
                </a:cubicBezTo>
                <a:cubicBezTo>
                  <a:pt x="1605397" y="364609"/>
                  <a:pt x="1604135" y="365355"/>
                  <a:pt x="1603389" y="366273"/>
                </a:cubicBezTo>
                <a:cubicBezTo>
                  <a:pt x="1602643" y="367191"/>
                  <a:pt x="1602270" y="368223"/>
                  <a:pt x="1602270" y="369370"/>
                </a:cubicBezTo>
                <a:lnTo>
                  <a:pt x="1602270" y="579655"/>
                </a:lnTo>
                <a:cubicBezTo>
                  <a:pt x="1602270" y="580802"/>
                  <a:pt x="1602643" y="581835"/>
                  <a:pt x="1603389" y="582753"/>
                </a:cubicBezTo>
                <a:cubicBezTo>
                  <a:pt x="1604135" y="583671"/>
                  <a:pt x="1605368" y="584416"/>
                  <a:pt x="1607089" y="584990"/>
                </a:cubicBezTo>
                <a:cubicBezTo>
                  <a:pt x="1608809" y="585563"/>
                  <a:pt x="1611133" y="586022"/>
                  <a:pt x="1614058" y="586366"/>
                </a:cubicBezTo>
                <a:cubicBezTo>
                  <a:pt x="1616983" y="586711"/>
                  <a:pt x="1620626" y="586883"/>
                  <a:pt x="1624985" y="586883"/>
                </a:cubicBezTo>
                <a:cubicBezTo>
                  <a:pt x="1629459" y="586883"/>
                  <a:pt x="1633130" y="586711"/>
                  <a:pt x="1635998" y="586366"/>
                </a:cubicBezTo>
                <a:cubicBezTo>
                  <a:pt x="1638866" y="586022"/>
                  <a:pt x="1641161" y="585563"/>
                  <a:pt x="1642882" y="584990"/>
                </a:cubicBezTo>
                <a:cubicBezTo>
                  <a:pt x="1644603" y="584416"/>
                  <a:pt x="1645836" y="583671"/>
                  <a:pt x="1646582" y="582753"/>
                </a:cubicBezTo>
                <a:cubicBezTo>
                  <a:pt x="1647327" y="581835"/>
                  <a:pt x="1647700" y="580802"/>
                  <a:pt x="1647700" y="579655"/>
                </a:cubicBezTo>
                <a:lnTo>
                  <a:pt x="1647700" y="369370"/>
                </a:lnTo>
                <a:cubicBezTo>
                  <a:pt x="1647700" y="368223"/>
                  <a:pt x="1647327" y="367191"/>
                  <a:pt x="1646582" y="366273"/>
                </a:cubicBezTo>
                <a:cubicBezTo>
                  <a:pt x="1645836" y="365355"/>
                  <a:pt x="1644603" y="364609"/>
                  <a:pt x="1642882" y="364036"/>
                </a:cubicBezTo>
                <a:cubicBezTo>
                  <a:pt x="1641161" y="363462"/>
                  <a:pt x="1638866" y="363003"/>
                  <a:pt x="1635998" y="362659"/>
                </a:cubicBezTo>
                <a:cubicBezTo>
                  <a:pt x="1633130" y="362315"/>
                  <a:pt x="1629459" y="362143"/>
                  <a:pt x="1624985" y="362143"/>
                </a:cubicBezTo>
                <a:close/>
                <a:moveTo>
                  <a:pt x="1330552" y="362143"/>
                </a:moveTo>
                <a:cubicBezTo>
                  <a:pt x="1324701" y="362143"/>
                  <a:pt x="1319998" y="362229"/>
                  <a:pt x="1316441" y="362401"/>
                </a:cubicBezTo>
                <a:cubicBezTo>
                  <a:pt x="1312885" y="362573"/>
                  <a:pt x="1310103" y="362975"/>
                  <a:pt x="1308095" y="363606"/>
                </a:cubicBezTo>
                <a:cubicBezTo>
                  <a:pt x="1306088" y="364237"/>
                  <a:pt x="1304625" y="365154"/>
                  <a:pt x="1303707" y="366359"/>
                </a:cubicBezTo>
                <a:cubicBezTo>
                  <a:pt x="1302789" y="367564"/>
                  <a:pt x="1301986" y="369141"/>
                  <a:pt x="1301298" y="371091"/>
                </a:cubicBezTo>
                <a:lnTo>
                  <a:pt x="1232637" y="568642"/>
                </a:lnTo>
                <a:cubicBezTo>
                  <a:pt x="1231260" y="572657"/>
                  <a:pt x="1230400" y="575869"/>
                  <a:pt x="1230056" y="578279"/>
                </a:cubicBezTo>
                <a:cubicBezTo>
                  <a:pt x="1229712" y="580688"/>
                  <a:pt x="1230113" y="582552"/>
                  <a:pt x="1231260" y="583871"/>
                </a:cubicBezTo>
                <a:cubicBezTo>
                  <a:pt x="1232408" y="585191"/>
                  <a:pt x="1234473" y="586022"/>
                  <a:pt x="1237455" y="586366"/>
                </a:cubicBezTo>
                <a:cubicBezTo>
                  <a:pt x="1240438" y="586711"/>
                  <a:pt x="1244568" y="586883"/>
                  <a:pt x="1249845" y="586883"/>
                </a:cubicBezTo>
                <a:cubicBezTo>
                  <a:pt x="1254778" y="586883"/>
                  <a:pt x="1258765" y="586768"/>
                  <a:pt x="1261805" y="586539"/>
                </a:cubicBezTo>
                <a:cubicBezTo>
                  <a:pt x="1264845" y="586309"/>
                  <a:pt x="1267197" y="585879"/>
                  <a:pt x="1268860" y="585248"/>
                </a:cubicBezTo>
                <a:cubicBezTo>
                  <a:pt x="1270524" y="584617"/>
                  <a:pt x="1271729" y="583757"/>
                  <a:pt x="1272474" y="582667"/>
                </a:cubicBezTo>
                <a:cubicBezTo>
                  <a:pt x="1273220" y="581577"/>
                  <a:pt x="1273822" y="580229"/>
                  <a:pt x="1274281" y="578623"/>
                </a:cubicBezTo>
                <a:lnTo>
                  <a:pt x="1288392" y="535086"/>
                </a:lnTo>
                <a:lnTo>
                  <a:pt x="1372024" y="535086"/>
                </a:lnTo>
                <a:lnTo>
                  <a:pt x="1386995" y="579827"/>
                </a:lnTo>
                <a:cubicBezTo>
                  <a:pt x="1387454" y="581319"/>
                  <a:pt x="1388028" y="582523"/>
                  <a:pt x="1388716" y="583441"/>
                </a:cubicBezTo>
                <a:cubicBezTo>
                  <a:pt x="1389404" y="584359"/>
                  <a:pt x="1390609" y="585076"/>
                  <a:pt x="1392330" y="585592"/>
                </a:cubicBezTo>
                <a:cubicBezTo>
                  <a:pt x="1394051" y="586108"/>
                  <a:pt x="1396546" y="586453"/>
                  <a:pt x="1399815" y="586625"/>
                </a:cubicBezTo>
                <a:cubicBezTo>
                  <a:pt x="1403085" y="586797"/>
                  <a:pt x="1407645" y="586883"/>
                  <a:pt x="1413496" y="586883"/>
                </a:cubicBezTo>
                <a:cubicBezTo>
                  <a:pt x="1419117" y="586883"/>
                  <a:pt x="1423534" y="586739"/>
                  <a:pt x="1426746" y="586453"/>
                </a:cubicBezTo>
                <a:cubicBezTo>
                  <a:pt x="1429958" y="586166"/>
                  <a:pt x="1432195" y="585420"/>
                  <a:pt x="1433457" y="584215"/>
                </a:cubicBezTo>
                <a:cubicBezTo>
                  <a:pt x="1434719" y="583011"/>
                  <a:pt x="1435178" y="581204"/>
                  <a:pt x="1434834" y="578795"/>
                </a:cubicBezTo>
                <a:cubicBezTo>
                  <a:pt x="1434490" y="576386"/>
                  <a:pt x="1433629" y="573116"/>
                  <a:pt x="1432253" y="568986"/>
                </a:cubicBezTo>
                <a:lnTo>
                  <a:pt x="1363420" y="371607"/>
                </a:lnTo>
                <a:cubicBezTo>
                  <a:pt x="1362731" y="369428"/>
                  <a:pt x="1361900" y="367707"/>
                  <a:pt x="1360925" y="366445"/>
                </a:cubicBezTo>
                <a:cubicBezTo>
                  <a:pt x="1359949" y="365183"/>
                  <a:pt x="1358343" y="364237"/>
                  <a:pt x="1356106" y="363606"/>
                </a:cubicBezTo>
                <a:cubicBezTo>
                  <a:pt x="1353869" y="362975"/>
                  <a:pt x="1350743" y="362573"/>
                  <a:pt x="1346728" y="362401"/>
                </a:cubicBezTo>
                <a:cubicBezTo>
                  <a:pt x="1342713" y="362229"/>
                  <a:pt x="1337321" y="362143"/>
                  <a:pt x="1330552" y="362143"/>
                </a:cubicBezTo>
                <a:close/>
                <a:moveTo>
                  <a:pt x="986810" y="362143"/>
                </a:moveTo>
                <a:cubicBezTo>
                  <a:pt x="982451" y="362143"/>
                  <a:pt x="978837" y="362315"/>
                  <a:pt x="975969" y="362659"/>
                </a:cubicBezTo>
                <a:cubicBezTo>
                  <a:pt x="973101" y="363003"/>
                  <a:pt x="970778" y="363462"/>
                  <a:pt x="969000" y="364036"/>
                </a:cubicBezTo>
                <a:cubicBezTo>
                  <a:pt x="967222" y="364609"/>
                  <a:pt x="965960" y="365355"/>
                  <a:pt x="965214" y="366273"/>
                </a:cubicBezTo>
                <a:cubicBezTo>
                  <a:pt x="964468" y="367191"/>
                  <a:pt x="964095" y="368223"/>
                  <a:pt x="964095" y="369370"/>
                </a:cubicBezTo>
                <a:lnTo>
                  <a:pt x="964095" y="579655"/>
                </a:lnTo>
                <a:cubicBezTo>
                  <a:pt x="964095" y="580802"/>
                  <a:pt x="964468" y="581835"/>
                  <a:pt x="965214" y="582753"/>
                </a:cubicBezTo>
                <a:cubicBezTo>
                  <a:pt x="965960" y="583671"/>
                  <a:pt x="967193" y="584416"/>
                  <a:pt x="968914" y="584990"/>
                </a:cubicBezTo>
                <a:cubicBezTo>
                  <a:pt x="970635" y="585563"/>
                  <a:pt x="972958" y="586022"/>
                  <a:pt x="975883" y="586366"/>
                </a:cubicBezTo>
                <a:cubicBezTo>
                  <a:pt x="978808" y="586711"/>
                  <a:pt x="982451" y="586883"/>
                  <a:pt x="986810" y="586883"/>
                </a:cubicBezTo>
                <a:cubicBezTo>
                  <a:pt x="991284" y="586883"/>
                  <a:pt x="994956" y="586711"/>
                  <a:pt x="997824" y="586366"/>
                </a:cubicBezTo>
                <a:cubicBezTo>
                  <a:pt x="1000692" y="586022"/>
                  <a:pt x="1002986" y="585563"/>
                  <a:pt x="1004707" y="584990"/>
                </a:cubicBezTo>
                <a:cubicBezTo>
                  <a:pt x="1006428" y="584416"/>
                  <a:pt x="1007661" y="583671"/>
                  <a:pt x="1008407" y="582753"/>
                </a:cubicBezTo>
                <a:cubicBezTo>
                  <a:pt x="1009152" y="581835"/>
                  <a:pt x="1009525" y="580802"/>
                  <a:pt x="1009525" y="579655"/>
                </a:cubicBezTo>
                <a:lnTo>
                  <a:pt x="1009525" y="369370"/>
                </a:lnTo>
                <a:cubicBezTo>
                  <a:pt x="1009525" y="368223"/>
                  <a:pt x="1009152" y="367191"/>
                  <a:pt x="1008407" y="366273"/>
                </a:cubicBezTo>
                <a:cubicBezTo>
                  <a:pt x="1007661" y="365355"/>
                  <a:pt x="1006428" y="364609"/>
                  <a:pt x="1004707" y="364036"/>
                </a:cubicBezTo>
                <a:cubicBezTo>
                  <a:pt x="1002986" y="363462"/>
                  <a:pt x="1000692" y="363003"/>
                  <a:pt x="997824" y="362659"/>
                </a:cubicBezTo>
                <a:cubicBezTo>
                  <a:pt x="994956" y="362315"/>
                  <a:pt x="991284" y="362143"/>
                  <a:pt x="986810" y="362143"/>
                </a:cubicBezTo>
                <a:close/>
                <a:moveTo>
                  <a:pt x="834410" y="362143"/>
                </a:moveTo>
                <a:cubicBezTo>
                  <a:pt x="830051" y="362143"/>
                  <a:pt x="826408" y="362315"/>
                  <a:pt x="823483" y="362659"/>
                </a:cubicBezTo>
                <a:cubicBezTo>
                  <a:pt x="820558" y="363003"/>
                  <a:pt x="818235" y="363462"/>
                  <a:pt x="816514" y="364036"/>
                </a:cubicBezTo>
                <a:cubicBezTo>
                  <a:pt x="814793" y="364609"/>
                  <a:pt x="813560" y="365355"/>
                  <a:pt x="812814" y="366273"/>
                </a:cubicBezTo>
                <a:cubicBezTo>
                  <a:pt x="812068" y="367191"/>
                  <a:pt x="811695" y="368223"/>
                  <a:pt x="811695" y="369370"/>
                </a:cubicBezTo>
                <a:lnTo>
                  <a:pt x="811695" y="571567"/>
                </a:lnTo>
                <a:cubicBezTo>
                  <a:pt x="811695" y="576615"/>
                  <a:pt x="812986" y="580258"/>
                  <a:pt x="815567" y="582495"/>
                </a:cubicBezTo>
                <a:cubicBezTo>
                  <a:pt x="818149" y="584732"/>
                  <a:pt x="821332" y="585850"/>
                  <a:pt x="825118" y="585850"/>
                </a:cubicBezTo>
                <a:lnTo>
                  <a:pt x="927163" y="585850"/>
                </a:lnTo>
                <a:cubicBezTo>
                  <a:pt x="928310" y="585850"/>
                  <a:pt x="929314" y="585506"/>
                  <a:pt x="930174" y="584818"/>
                </a:cubicBezTo>
                <a:cubicBezTo>
                  <a:pt x="931035" y="584129"/>
                  <a:pt x="931752" y="583011"/>
                  <a:pt x="932325" y="581462"/>
                </a:cubicBezTo>
                <a:cubicBezTo>
                  <a:pt x="932899" y="579913"/>
                  <a:pt x="933329" y="577963"/>
                  <a:pt x="933616" y="575611"/>
                </a:cubicBezTo>
                <a:cubicBezTo>
                  <a:pt x="933903" y="573260"/>
                  <a:pt x="934046" y="570363"/>
                  <a:pt x="934046" y="566921"/>
                </a:cubicBezTo>
                <a:cubicBezTo>
                  <a:pt x="934046" y="563479"/>
                  <a:pt x="933903" y="560583"/>
                  <a:pt x="933616" y="558231"/>
                </a:cubicBezTo>
                <a:cubicBezTo>
                  <a:pt x="933329" y="555879"/>
                  <a:pt x="932899" y="553986"/>
                  <a:pt x="932325" y="552552"/>
                </a:cubicBezTo>
                <a:cubicBezTo>
                  <a:pt x="931752" y="551118"/>
                  <a:pt x="931035" y="550086"/>
                  <a:pt x="930174" y="549455"/>
                </a:cubicBezTo>
                <a:cubicBezTo>
                  <a:pt x="929314" y="548824"/>
                  <a:pt x="928310" y="548508"/>
                  <a:pt x="927163" y="548508"/>
                </a:cubicBezTo>
                <a:lnTo>
                  <a:pt x="857125" y="548508"/>
                </a:lnTo>
                <a:lnTo>
                  <a:pt x="857125" y="369370"/>
                </a:lnTo>
                <a:cubicBezTo>
                  <a:pt x="857125" y="368223"/>
                  <a:pt x="856752" y="367191"/>
                  <a:pt x="856007" y="366273"/>
                </a:cubicBezTo>
                <a:cubicBezTo>
                  <a:pt x="855261" y="365355"/>
                  <a:pt x="854028" y="364609"/>
                  <a:pt x="852307" y="364036"/>
                </a:cubicBezTo>
                <a:cubicBezTo>
                  <a:pt x="850586" y="363462"/>
                  <a:pt x="848292" y="363003"/>
                  <a:pt x="845424" y="362659"/>
                </a:cubicBezTo>
                <a:cubicBezTo>
                  <a:pt x="842556" y="362315"/>
                  <a:pt x="838884" y="362143"/>
                  <a:pt x="834410" y="362143"/>
                </a:cubicBezTo>
                <a:close/>
                <a:moveTo>
                  <a:pt x="301852" y="362143"/>
                </a:moveTo>
                <a:cubicBezTo>
                  <a:pt x="296001" y="362143"/>
                  <a:pt x="291298" y="362229"/>
                  <a:pt x="287741" y="362401"/>
                </a:cubicBezTo>
                <a:cubicBezTo>
                  <a:pt x="284185" y="362573"/>
                  <a:pt x="281403" y="362975"/>
                  <a:pt x="279395" y="363606"/>
                </a:cubicBezTo>
                <a:cubicBezTo>
                  <a:pt x="277388" y="364237"/>
                  <a:pt x="275925" y="365154"/>
                  <a:pt x="275007" y="366359"/>
                </a:cubicBezTo>
                <a:cubicBezTo>
                  <a:pt x="274089" y="367564"/>
                  <a:pt x="273286" y="369141"/>
                  <a:pt x="272598" y="371091"/>
                </a:cubicBezTo>
                <a:lnTo>
                  <a:pt x="203937" y="568642"/>
                </a:lnTo>
                <a:cubicBezTo>
                  <a:pt x="202560" y="572657"/>
                  <a:pt x="201700" y="575869"/>
                  <a:pt x="201356" y="578279"/>
                </a:cubicBezTo>
                <a:cubicBezTo>
                  <a:pt x="201012" y="580688"/>
                  <a:pt x="201413" y="582552"/>
                  <a:pt x="202560" y="583871"/>
                </a:cubicBezTo>
                <a:cubicBezTo>
                  <a:pt x="203708" y="585191"/>
                  <a:pt x="205773" y="586022"/>
                  <a:pt x="208755" y="586366"/>
                </a:cubicBezTo>
                <a:cubicBezTo>
                  <a:pt x="211738" y="586711"/>
                  <a:pt x="215868" y="586883"/>
                  <a:pt x="221145" y="586883"/>
                </a:cubicBezTo>
                <a:cubicBezTo>
                  <a:pt x="226078" y="586883"/>
                  <a:pt x="230065" y="586768"/>
                  <a:pt x="233105" y="586539"/>
                </a:cubicBezTo>
                <a:cubicBezTo>
                  <a:pt x="236145" y="586309"/>
                  <a:pt x="238497" y="585879"/>
                  <a:pt x="240161" y="585248"/>
                </a:cubicBezTo>
                <a:cubicBezTo>
                  <a:pt x="241824" y="584617"/>
                  <a:pt x="243029" y="583757"/>
                  <a:pt x="243774" y="582667"/>
                </a:cubicBezTo>
                <a:cubicBezTo>
                  <a:pt x="244520" y="581577"/>
                  <a:pt x="245122" y="580229"/>
                  <a:pt x="245581" y="578623"/>
                </a:cubicBezTo>
                <a:lnTo>
                  <a:pt x="259692" y="535086"/>
                </a:lnTo>
                <a:lnTo>
                  <a:pt x="343324" y="535086"/>
                </a:lnTo>
                <a:lnTo>
                  <a:pt x="358295" y="579827"/>
                </a:lnTo>
                <a:cubicBezTo>
                  <a:pt x="358754" y="581319"/>
                  <a:pt x="359328" y="582523"/>
                  <a:pt x="360016" y="583441"/>
                </a:cubicBezTo>
                <a:cubicBezTo>
                  <a:pt x="360704" y="584359"/>
                  <a:pt x="361909" y="585076"/>
                  <a:pt x="363630" y="585592"/>
                </a:cubicBezTo>
                <a:cubicBezTo>
                  <a:pt x="365351" y="586108"/>
                  <a:pt x="367846" y="586453"/>
                  <a:pt x="371115" y="586625"/>
                </a:cubicBezTo>
                <a:cubicBezTo>
                  <a:pt x="374385" y="586797"/>
                  <a:pt x="378945" y="586883"/>
                  <a:pt x="384796" y="586883"/>
                </a:cubicBezTo>
                <a:cubicBezTo>
                  <a:pt x="390417" y="586883"/>
                  <a:pt x="394834" y="586739"/>
                  <a:pt x="398046" y="586453"/>
                </a:cubicBezTo>
                <a:cubicBezTo>
                  <a:pt x="401258" y="586166"/>
                  <a:pt x="403496" y="585420"/>
                  <a:pt x="404757" y="584215"/>
                </a:cubicBezTo>
                <a:cubicBezTo>
                  <a:pt x="406019" y="583011"/>
                  <a:pt x="406478" y="581204"/>
                  <a:pt x="406134" y="578795"/>
                </a:cubicBezTo>
                <a:cubicBezTo>
                  <a:pt x="405790" y="576386"/>
                  <a:pt x="404930" y="573116"/>
                  <a:pt x="403553" y="568986"/>
                </a:cubicBezTo>
                <a:lnTo>
                  <a:pt x="334720" y="371607"/>
                </a:lnTo>
                <a:cubicBezTo>
                  <a:pt x="334032" y="369428"/>
                  <a:pt x="333200" y="367707"/>
                  <a:pt x="332225" y="366445"/>
                </a:cubicBezTo>
                <a:cubicBezTo>
                  <a:pt x="331250" y="365183"/>
                  <a:pt x="329643" y="364237"/>
                  <a:pt x="327406" y="363606"/>
                </a:cubicBezTo>
                <a:cubicBezTo>
                  <a:pt x="325169" y="362975"/>
                  <a:pt x="322043" y="362573"/>
                  <a:pt x="318028" y="362401"/>
                </a:cubicBezTo>
                <a:cubicBezTo>
                  <a:pt x="314013" y="362229"/>
                  <a:pt x="308621" y="362143"/>
                  <a:pt x="301852" y="362143"/>
                </a:cubicBezTo>
                <a:close/>
                <a:moveTo>
                  <a:pt x="1151926" y="359562"/>
                </a:moveTo>
                <a:cubicBezTo>
                  <a:pt x="1136668" y="359562"/>
                  <a:pt x="1122700" y="362143"/>
                  <a:pt x="1110024" y="367305"/>
                </a:cubicBezTo>
                <a:cubicBezTo>
                  <a:pt x="1097347" y="372468"/>
                  <a:pt x="1086477" y="380040"/>
                  <a:pt x="1077414" y="390020"/>
                </a:cubicBezTo>
                <a:cubicBezTo>
                  <a:pt x="1068351" y="400001"/>
                  <a:pt x="1061296" y="412334"/>
                  <a:pt x="1056248" y="427018"/>
                </a:cubicBezTo>
                <a:cubicBezTo>
                  <a:pt x="1051200" y="441702"/>
                  <a:pt x="1048676" y="458509"/>
                  <a:pt x="1048676" y="477438"/>
                </a:cubicBezTo>
                <a:cubicBezTo>
                  <a:pt x="1048676" y="496023"/>
                  <a:pt x="1050971" y="512314"/>
                  <a:pt x="1055560" y="526310"/>
                </a:cubicBezTo>
                <a:cubicBezTo>
                  <a:pt x="1060148" y="540306"/>
                  <a:pt x="1066745" y="551979"/>
                  <a:pt x="1075349" y="561328"/>
                </a:cubicBezTo>
                <a:cubicBezTo>
                  <a:pt x="1083953" y="570678"/>
                  <a:pt x="1094393" y="577705"/>
                  <a:pt x="1106668" y="582409"/>
                </a:cubicBezTo>
                <a:cubicBezTo>
                  <a:pt x="1118943" y="587112"/>
                  <a:pt x="1132710" y="589464"/>
                  <a:pt x="1147968" y="589464"/>
                </a:cubicBezTo>
                <a:cubicBezTo>
                  <a:pt x="1155769" y="589464"/>
                  <a:pt x="1163025" y="588833"/>
                  <a:pt x="1169736" y="587571"/>
                </a:cubicBezTo>
                <a:cubicBezTo>
                  <a:pt x="1176448" y="586309"/>
                  <a:pt x="1182413" y="584732"/>
                  <a:pt x="1187633" y="582839"/>
                </a:cubicBezTo>
                <a:cubicBezTo>
                  <a:pt x="1192853" y="580946"/>
                  <a:pt x="1197270" y="578967"/>
                  <a:pt x="1200883" y="576902"/>
                </a:cubicBezTo>
                <a:cubicBezTo>
                  <a:pt x="1204497" y="574837"/>
                  <a:pt x="1206935" y="573145"/>
                  <a:pt x="1208197" y="571826"/>
                </a:cubicBezTo>
                <a:cubicBezTo>
                  <a:pt x="1209459" y="570506"/>
                  <a:pt x="1210376" y="569330"/>
                  <a:pt x="1210950" y="568298"/>
                </a:cubicBezTo>
                <a:cubicBezTo>
                  <a:pt x="1211524" y="567265"/>
                  <a:pt x="1211983" y="566032"/>
                  <a:pt x="1212327" y="564598"/>
                </a:cubicBezTo>
                <a:cubicBezTo>
                  <a:pt x="1212671" y="563164"/>
                  <a:pt x="1212929" y="561443"/>
                  <a:pt x="1213101" y="559436"/>
                </a:cubicBezTo>
                <a:cubicBezTo>
                  <a:pt x="1213273" y="557428"/>
                  <a:pt x="1213359" y="554990"/>
                  <a:pt x="1213359" y="552122"/>
                </a:cubicBezTo>
                <a:cubicBezTo>
                  <a:pt x="1213359" y="547992"/>
                  <a:pt x="1213245" y="544694"/>
                  <a:pt x="1213015" y="542227"/>
                </a:cubicBezTo>
                <a:cubicBezTo>
                  <a:pt x="1212786" y="539761"/>
                  <a:pt x="1212441" y="537839"/>
                  <a:pt x="1211983" y="536463"/>
                </a:cubicBezTo>
                <a:cubicBezTo>
                  <a:pt x="1211524" y="535086"/>
                  <a:pt x="1210950" y="534168"/>
                  <a:pt x="1210262" y="533709"/>
                </a:cubicBezTo>
                <a:cubicBezTo>
                  <a:pt x="1209573" y="533250"/>
                  <a:pt x="1208656" y="533021"/>
                  <a:pt x="1207508" y="533021"/>
                </a:cubicBezTo>
                <a:cubicBezTo>
                  <a:pt x="1206017" y="533021"/>
                  <a:pt x="1203923" y="533939"/>
                  <a:pt x="1201227" y="535774"/>
                </a:cubicBezTo>
                <a:cubicBezTo>
                  <a:pt x="1198532" y="537610"/>
                  <a:pt x="1195090" y="539675"/>
                  <a:pt x="1190902" y="541969"/>
                </a:cubicBezTo>
                <a:cubicBezTo>
                  <a:pt x="1186715" y="544264"/>
                  <a:pt x="1181696" y="546357"/>
                  <a:pt x="1175845" y="548250"/>
                </a:cubicBezTo>
                <a:cubicBezTo>
                  <a:pt x="1169994" y="550143"/>
                  <a:pt x="1163054" y="551090"/>
                  <a:pt x="1155023" y="551090"/>
                </a:cubicBezTo>
                <a:cubicBezTo>
                  <a:pt x="1146190" y="551090"/>
                  <a:pt x="1138245" y="549570"/>
                  <a:pt x="1131190" y="546529"/>
                </a:cubicBezTo>
                <a:cubicBezTo>
                  <a:pt x="1124134" y="543489"/>
                  <a:pt x="1118112" y="538872"/>
                  <a:pt x="1113121" y="532677"/>
                </a:cubicBezTo>
                <a:cubicBezTo>
                  <a:pt x="1108131" y="526482"/>
                  <a:pt x="1104288" y="518595"/>
                  <a:pt x="1101592" y="509015"/>
                </a:cubicBezTo>
                <a:cubicBezTo>
                  <a:pt x="1098896" y="499436"/>
                  <a:pt x="1097548" y="488107"/>
                  <a:pt x="1097548" y="475029"/>
                </a:cubicBezTo>
                <a:cubicBezTo>
                  <a:pt x="1097548" y="463098"/>
                  <a:pt x="1098810" y="452372"/>
                  <a:pt x="1101333" y="442850"/>
                </a:cubicBezTo>
                <a:cubicBezTo>
                  <a:pt x="1103857" y="433328"/>
                  <a:pt x="1107557" y="425211"/>
                  <a:pt x="1112433" y="418500"/>
                </a:cubicBezTo>
                <a:cubicBezTo>
                  <a:pt x="1117309" y="411789"/>
                  <a:pt x="1123217" y="406626"/>
                  <a:pt x="1130157" y="403013"/>
                </a:cubicBezTo>
                <a:cubicBezTo>
                  <a:pt x="1137098" y="399399"/>
                  <a:pt x="1144985" y="397592"/>
                  <a:pt x="1153819" y="397592"/>
                </a:cubicBezTo>
                <a:cubicBezTo>
                  <a:pt x="1161849" y="397592"/>
                  <a:pt x="1168761" y="398596"/>
                  <a:pt x="1174555" y="400603"/>
                </a:cubicBezTo>
                <a:cubicBezTo>
                  <a:pt x="1180348" y="402611"/>
                  <a:pt x="1185338" y="404848"/>
                  <a:pt x="1189526" y="407315"/>
                </a:cubicBezTo>
                <a:cubicBezTo>
                  <a:pt x="1193713" y="409781"/>
                  <a:pt x="1197126" y="412018"/>
                  <a:pt x="1199765" y="414026"/>
                </a:cubicBezTo>
                <a:cubicBezTo>
                  <a:pt x="1202403" y="416033"/>
                  <a:pt x="1204583" y="417037"/>
                  <a:pt x="1206304" y="417037"/>
                </a:cubicBezTo>
                <a:cubicBezTo>
                  <a:pt x="1207336" y="417037"/>
                  <a:pt x="1208254" y="416693"/>
                  <a:pt x="1209057" y="416005"/>
                </a:cubicBezTo>
                <a:cubicBezTo>
                  <a:pt x="1209860" y="415316"/>
                  <a:pt x="1210549" y="414227"/>
                  <a:pt x="1211122" y="412735"/>
                </a:cubicBezTo>
                <a:cubicBezTo>
                  <a:pt x="1211696" y="411244"/>
                  <a:pt x="1212097" y="409294"/>
                  <a:pt x="1212327" y="406884"/>
                </a:cubicBezTo>
                <a:cubicBezTo>
                  <a:pt x="1212556" y="404475"/>
                  <a:pt x="1212671" y="401550"/>
                  <a:pt x="1212671" y="398108"/>
                </a:cubicBezTo>
                <a:cubicBezTo>
                  <a:pt x="1212671" y="394896"/>
                  <a:pt x="1212585" y="392200"/>
                  <a:pt x="1212413" y="390020"/>
                </a:cubicBezTo>
                <a:cubicBezTo>
                  <a:pt x="1212241" y="387841"/>
                  <a:pt x="1211983" y="385948"/>
                  <a:pt x="1211638" y="384342"/>
                </a:cubicBezTo>
                <a:cubicBezTo>
                  <a:pt x="1211294" y="382735"/>
                  <a:pt x="1210835" y="381416"/>
                  <a:pt x="1210262" y="380384"/>
                </a:cubicBezTo>
                <a:cubicBezTo>
                  <a:pt x="1209688" y="379351"/>
                  <a:pt x="1208627" y="378061"/>
                  <a:pt x="1207078" y="376512"/>
                </a:cubicBezTo>
                <a:cubicBezTo>
                  <a:pt x="1205530" y="374963"/>
                  <a:pt x="1202805" y="373099"/>
                  <a:pt x="1198904" y="370919"/>
                </a:cubicBezTo>
                <a:cubicBezTo>
                  <a:pt x="1195004" y="368739"/>
                  <a:pt x="1190616" y="366818"/>
                  <a:pt x="1185740" y="365154"/>
                </a:cubicBezTo>
                <a:cubicBezTo>
                  <a:pt x="1180864" y="363491"/>
                  <a:pt x="1175559" y="362143"/>
                  <a:pt x="1169822" y="361110"/>
                </a:cubicBezTo>
                <a:cubicBezTo>
                  <a:pt x="1164086" y="360078"/>
                  <a:pt x="1158121" y="359562"/>
                  <a:pt x="1151926" y="359562"/>
                </a:cubicBezTo>
                <a:close/>
                <a:moveTo>
                  <a:pt x="1794575" y="359218"/>
                </a:moveTo>
                <a:cubicBezTo>
                  <a:pt x="1776908" y="359218"/>
                  <a:pt x="1761392" y="361914"/>
                  <a:pt x="1748026" y="367305"/>
                </a:cubicBezTo>
                <a:cubicBezTo>
                  <a:pt x="1734661" y="372697"/>
                  <a:pt x="1723447" y="380441"/>
                  <a:pt x="1714384" y="390537"/>
                </a:cubicBezTo>
                <a:cubicBezTo>
                  <a:pt x="1705321" y="400632"/>
                  <a:pt x="1698495" y="412879"/>
                  <a:pt x="1693906" y="427276"/>
                </a:cubicBezTo>
                <a:cubicBezTo>
                  <a:pt x="1689318" y="441674"/>
                  <a:pt x="1687023" y="457878"/>
                  <a:pt x="1687023" y="475889"/>
                </a:cubicBezTo>
                <a:cubicBezTo>
                  <a:pt x="1687023" y="495507"/>
                  <a:pt x="1689174" y="512486"/>
                  <a:pt x="1693476" y="526826"/>
                </a:cubicBezTo>
                <a:cubicBezTo>
                  <a:pt x="1697778" y="541166"/>
                  <a:pt x="1704231" y="552982"/>
                  <a:pt x="1712835" y="562275"/>
                </a:cubicBezTo>
                <a:cubicBezTo>
                  <a:pt x="1721440" y="571567"/>
                  <a:pt x="1732195" y="578479"/>
                  <a:pt x="1745101" y="583011"/>
                </a:cubicBezTo>
                <a:cubicBezTo>
                  <a:pt x="1758007" y="587542"/>
                  <a:pt x="1773122" y="589808"/>
                  <a:pt x="1790445" y="589808"/>
                </a:cubicBezTo>
                <a:cubicBezTo>
                  <a:pt x="1807997" y="589808"/>
                  <a:pt x="1823456" y="587141"/>
                  <a:pt x="1836821" y="581806"/>
                </a:cubicBezTo>
                <a:cubicBezTo>
                  <a:pt x="1850186" y="576472"/>
                  <a:pt x="1861400" y="568728"/>
                  <a:pt x="1870463" y="558575"/>
                </a:cubicBezTo>
                <a:cubicBezTo>
                  <a:pt x="1879526" y="548422"/>
                  <a:pt x="1886352" y="536061"/>
                  <a:pt x="1890941" y="521491"/>
                </a:cubicBezTo>
                <a:cubicBezTo>
                  <a:pt x="1895530" y="506922"/>
                  <a:pt x="1897824" y="490402"/>
                  <a:pt x="1897824" y="471932"/>
                </a:cubicBezTo>
                <a:cubicBezTo>
                  <a:pt x="1897824" y="452658"/>
                  <a:pt x="1895616" y="435938"/>
                  <a:pt x="1891199" y="421770"/>
                </a:cubicBezTo>
                <a:cubicBezTo>
                  <a:pt x="1886782" y="407601"/>
                  <a:pt x="1880243" y="395871"/>
                  <a:pt x="1871582" y="386579"/>
                </a:cubicBezTo>
                <a:cubicBezTo>
                  <a:pt x="1862920" y="377286"/>
                  <a:pt x="1852136" y="370403"/>
                  <a:pt x="1839230" y="365929"/>
                </a:cubicBezTo>
                <a:cubicBezTo>
                  <a:pt x="1826324" y="361455"/>
                  <a:pt x="1811439" y="359218"/>
                  <a:pt x="1794575" y="359218"/>
                </a:cubicBezTo>
                <a:close/>
                <a:moveTo>
                  <a:pt x="0" y="0"/>
                </a:moveTo>
                <a:lnTo>
                  <a:pt x="3390900" y="0"/>
                </a:lnTo>
                <a:lnTo>
                  <a:pt x="3390900" y="1367618"/>
                </a:lnTo>
                <a:lnTo>
                  <a:pt x="0" y="1367618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7795260" y="4962905"/>
            <a:ext cx="2971800" cy="1474879"/>
          </a:xfrm>
          <a:custGeom>
            <a:avLst/>
            <a:gdLst/>
            <a:ahLst/>
            <a:cxnLst/>
            <a:rect l="l" t="t" r="r" b="b"/>
            <a:pathLst>
              <a:path w="2240280" h="716280">
                <a:moveTo>
                  <a:pt x="538654" y="295455"/>
                </a:moveTo>
                <a:lnTo>
                  <a:pt x="538826" y="295455"/>
                </a:lnTo>
                <a:lnTo>
                  <a:pt x="570317" y="390100"/>
                </a:lnTo>
                <a:lnTo>
                  <a:pt x="507163" y="390100"/>
                </a:lnTo>
                <a:close/>
                <a:moveTo>
                  <a:pt x="1904068" y="287883"/>
                </a:moveTo>
                <a:lnTo>
                  <a:pt x="1923341" y="287883"/>
                </a:lnTo>
                <a:cubicBezTo>
                  <a:pt x="1928045" y="287883"/>
                  <a:pt x="1932605" y="288199"/>
                  <a:pt x="1937022" y="288830"/>
                </a:cubicBezTo>
                <a:cubicBezTo>
                  <a:pt x="1941439" y="289461"/>
                  <a:pt x="1945655" y="290981"/>
                  <a:pt x="1949670" y="293390"/>
                </a:cubicBezTo>
                <a:cubicBezTo>
                  <a:pt x="1953685" y="295799"/>
                  <a:pt x="1957069" y="299527"/>
                  <a:pt x="1959823" y="304575"/>
                </a:cubicBezTo>
                <a:cubicBezTo>
                  <a:pt x="1962576" y="309623"/>
                  <a:pt x="1963953" y="316047"/>
                  <a:pt x="1963953" y="323848"/>
                </a:cubicBezTo>
                <a:cubicBezTo>
                  <a:pt x="1963953" y="329585"/>
                  <a:pt x="1963150" y="334890"/>
                  <a:pt x="1961544" y="339766"/>
                </a:cubicBezTo>
                <a:cubicBezTo>
                  <a:pt x="1959938" y="344642"/>
                  <a:pt x="1957586" y="348829"/>
                  <a:pt x="1954488" y="352328"/>
                </a:cubicBezTo>
                <a:cubicBezTo>
                  <a:pt x="1951391" y="355827"/>
                  <a:pt x="1947404" y="358552"/>
                  <a:pt x="1942528" y="360502"/>
                </a:cubicBezTo>
                <a:cubicBezTo>
                  <a:pt x="1937653" y="362452"/>
                  <a:pt x="1931601" y="363427"/>
                  <a:pt x="1924374" y="363427"/>
                </a:cubicBezTo>
                <a:lnTo>
                  <a:pt x="1904068" y="363427"/>
                </a:lnTo>
                <a:close/>
                <a:moveTo>
                  <a:pt x="1716191" y="286162"/>
                </a:moveTo>
                <a:cubicBezTo>
                  <a:pt x="1727204" y="286162"/>
                  <a:pt x="1736382" y="288027"/>
                  <a:pt x="1743724" y="291755"/>
                </a:cubicBezTo>
                <a:cubicBezTo>
                  <a:pt x="1751066" y="295484"/>
                  <a:pt x="1756946" y="300761"/>
                  <a:pt x="1761363" y="307587"/>
                </a:cubicBezTo>
                <a:cubicBezTo>
                  <a:pt x="1765779" y="314413"/>
                  <a:pt x="1768906" y="322615"/>
                  <a:pt x="1770741" y="332194"/>
                </a:cubicBezTo>
                <a:cubicBezTo>
                  <a:pt x="1772577" y="341774"/>
                  <a:pt x="1773495" y="352414"/>
                  <a:pt x="1773495" y="364116"/>
                </a:cubicBezTo>
                <a:cubicBezTo>
                  <a:pt x="1773495" y="374785"/>
                  <a:pt x="1772548" y="384852"/>
                  <a:pt x="1770655" y="394316"/>
                </a:cubicBezTo>
                <a:cubicBezTo>
                  <a:pt x="1768762" y="403781"/>
                  <a:pt x="1765521" y="412069"/>
                  <a:pt x="1760933" y="419182"/>
                </a:cubicBezTo>
                <a:cubicBezTo>
                  <a:pt x="1756344" y="426295"/>
                  <a:pt x="1750321" y="431916"/>
                  <a:pt x="1742864" y="436046"/>
                </a:cubicBezTo>
                <a:cubicBezTo>
                  <a:pt x="1735407" y="440176"/>
                  <a:pt x="1726114" y="442241"/>
                  <a:pt x="1714986" y="442241"/>
                </a:cubicBezTo>
                <a:cubicBezTo>
                  <a:pt x="1703859" y="442241"/>
                  <a:pt x="1694623" y="440434"/>
                  <a:pt x="1687281" y="436821"/>
                </a:cubicBezTo>
                <a:cubicBezTo>
                  <a:pt x="1679939" y="433207"/>
                  <a:pt x="1674088" y="427958"/>
                  <a:pt x="1669729" y="421075"/>
                </a:cubicBezTo>
                <a:cubicBezTo>
                  <a:pt x="1665369" y="414192"/>
                  <a:pt x="1662272" y="405903"/>
                  <a:pt x="1660436" y="396209"/>
                </a:cubicBezTo>
                <a:cubicBezTo>
                  <a:pt x="1658601" y="386515"/>
                  <a:pt x="1657683" y="375588"/>
                  <a:pt x="1657683" y="363427"/>
                </a:cubicBezTo>
                <a:cubicBezTo>
                  <a:pt x="1657683" y="352988"/>
                  <a:pt x="1658629" y="343093"/>
                  <a:pt x="1660522" y="333743"/>
                </a:cubicBezTo>
                <a:cubicBezTo>
                  <a:pt x="1662415" y="324393"/>
                  <a:pt x="1665656" y="316219"/>
                  <a:pt x="1670245" y="309221"/>
                </a:cubicBezTo>
                <a:cubicBezTo>
                  <a:pt x="1674834" y="302223"/>
                  <a:pt x="1680857" y="296631"/>
                  <a:pt x="1688314" y="292443"/>
                </a:cubicBezTo>
                <a:cubicBezTo>
                  <a:pt x="1695771" y="288256"/>
                  <a:pt x="1705063" y="286162"/>
                  <a:pt x="1716191" y="286162"/>
                </a:cubicBezTo>
                <a:close/>
                <a:moveTo>
                  <a:pt x="1478066" y="286162"/>
                </a:moveTo>
                <a:cubicBezTo>
                  <a:pt x="1489079" y="286162"/>
                  <a:pt x="1498257" y="288027"/>
                  <a:pt x="1505599" y="291755"/>
                </a:cubicBezTo>
                <a:cubicBezTo>
                  <a:pt x="1512941" y="295484"/>
                  <a:pt x="1518821" y="300761"/>
                  <a:pt x="1523238" y="307587"/>
                </a:cubicBezTo>
                <a:cubicBezTo>
                  <a:pt x="1527654" y="314413"/>
                  <a:pt x="1530781" y="322615"/>
                  <a:pt x="1532616" y="332194"/>
                </a:cubicBezTo>
                <a:cubicBezTo>
                  <a:pt x="1534452" y="341774"/>
                  <a:pt x="1535370" y="352414"/>
                  <a:pt x="1535370" y="364116"/>
                </a:cubicBezTo>
                <a:cubicBezTo>
                  <a:pt x="1535370" y="374785"/>
                  <a:pt x="1534423" y="384852"/>
                  <a:pt x="1532530" y="394316"/>
                </a:cubicBezTo>
                <a:cubicBezTo>
                  <a:pt x="1530637" y="403781"/>
                  <a:pt x="1527396" y="412069"/>
                  <a:pt x="1522808" y="419182"/>
                </a:cubicBezTo>
                <a:cubicBezTo>
                  <a:pt x="1518219" y="426295"/>
                  <a:pt x="1512196" y="431916"/>
                  <a:pt x="1504739" y="436046"/>
                </a:cubicBezTo>
                <a:cubicBezTo>
                  <a:pt x="1497282" y="440176"/>
                  <a:pt x="1487989" y="442241"/>
                  <a:pt x="1476861" y="442241"/>
                </a:cubicBezTo>
                <a:cubicBezTo>
                  <a:pt x="1465733" y="442241"/>
                  <a:pt x="1456498" y="440434"/>
                  <a:pt x="1449156" y="436821"/>
                </a:cubicBezTo>
                <a:cubicBezTo>
                  <a:pt x="1441814" y="433207"/>
                  <a:pt x="1435963" y="427958"/>
                  <a:pt x="1431604" y="421075"/>
                </a:cubicBezTo>
                <a:cubicBezTo>
                  <a:pt x="1427244" y="414192"/>
                  <a:pt x="1424147" y="405903"/>
                  <a:pt x="1422311" y="396209"/>
                </a:cubicBezTo>
                <a:cubicBezTo>
                  <a:pt x="1420476" y="386515"/>
                  <a:pt x="1419558" y="375588"/>
                  <a:pt x="1419558" y="363427"/>
                </a:cubicBezTo>
                <a:cubicBezTo>
                  <a:pt x="1419558" y="352988"/>
                  <a:pt x="1420504" y="343093"/>
                  <a:pt x="1422397" y="333743"/>
                </a:cubicBezTo>
                <a:cubicBezTo>
                  <a:pt x="1424290" y="324393"/>
                  <a:pt x="1427531" y="316219"/>
                  <a:pt x="1432120" y="309221"/>
                </a:cubicBezTo>
                <a:cubicBezTo>
                  <a:pt x="1436709" y="302223"/>
                  <a:pt x="1442732" y="296631"/>
                  <a:pt x="1450189" y="292443"/>
                </a:cubicBezTo>
                <a:cubicBezTo>
                  <a:pt x="1457646" y="288256"/>
                  <a:pt x="1466938" y="286162"/>
                  <a:pt x="1478066" y="286162"/>
                </a:cubicBezTo>
                <a:close/>
                <a:moveTo>
                  <a:pt x="1874126" y="252950"/>
                </a:moveTo>
                <a:cubicBezTo>
                  <a:pt x="1869537" y="252950"/>
                  <a:pt x="1865837" y="254298"/>
                  <a:pt x="1863026" y="256994"/>
                </a:cubicBezTo>
                <a:cubicBezTo>
                  <a:pt x="1860216" y="259690"/>
                  <a:pt x="1858810" y="263734"/>
                  <a:pt x="1858810" y="269126"/>
                </a:cubicBezTo>
                <a:lnTo>
                  <a:pt x="1858810" y="469430"/>
                </a:lnTo>
                <a:cubicBezTo>
                  <a:pt x="1858810" y="470577"/>
                  <a:pt x="1859154" y="471610"/>
                  <a:pt x="1859843" y="472528"/>
                </a:cubicBezTo>
                <a:cubicBezTo>
                  <a:pt x="1860531" y="473446"/>
                  <a:pt x="1861736" y="474191"/>
                  <a:pt x="1863457" y="474765"/>
                </a:cubicBezTo>
                <a:cubicBezTo>
                  <a:pt x="1865177" y="475338"/>
                  <a:pt x="1867500" y="475797"/>
                  <a:pt x="1870426" y="476141"/>
                </a:cubicBezTo>
                <a:cubicBezTo>
                  <a:pt x="1873351" y="476486"/>
                  <a:pt x="1876994" y="476658"/>
                  <a:pt x="1881353" y="476658"/>
                </a:cubicBezTo>
                <a:cubicBezTo>
                  <a:pt x="1885827" y="476658"/>
                  <a:pt x="1889498" y="476486"/>
                  <a:pt x="1892366" y="476141"/>
                </a:cubicBezTo>
                <a:cubicBezTo>
                  <a:pt x="1895235" y="475797"/>
                  <a:pt x="1897529" y="475338"/>
                  <a:pt x="1899250" y="474765"/>
                </a:cubicBezTo>
                <a:cubicBezTo>
                  <a:pt x="1900970" y="474191"/>
                  <a:pt x="1902204" y="473446"/>
                  <a:pt x="1902949" y="472528"/>
                </a:cubicBezTo>
                <a:cubicBezTo>
                  <a:pt x="1903695" y="471610"/>
                  <a:pt x="1904068" y="470577"/>
                  <a:pt x="1904068" y="469430"/>
                </a:cubicBezTo>
                <a:lnTo>
                  <a:pt x="1904068" y="398360"/>
                </a:lnTo>
                <a:lnTo>
                  <a:pt x="1922653" y="398360"/>
                </a:lnTo>
                <a:cubicBezTo>
                  <a:pt x="1937337" y="398360"/>
                  <a:pt x="1950100" y="396639"/>
                  <a:pt x="1960941" y="393198"/>
                </a:cubicBezTo>
                <a:cubicBezTo>
                  <a:pt x="1971782" y="389756"/>
                  <a:pt x="1980932" y="384737"/>
                  <a:pt x="1988388" y="378140"/>
                </a:cubicBezTo>
                <a:cubicBezTo>
                  <a:pt x="1995845" y="371544"/>
                  <a:pt x="2001524" y="363427"/>
                  <a:pt x="2005425" y="353791"/>
                </a:cubicBezTo>
                <a:cubicBezTo>
                  <a:pt x="2009325" y="344154"/>
                  <a:pt x="2011275" y="333084"/>
                  <a:pt x="2011275" y="320579"/>
                </a:cubicBezTo>
                <a:cubicBezTo>
                  <a:pt x="2011275" y="311516"/>
                  <a:pt x="2010014" y="303342"/>
                  <a:pt x="2007490" y="296057"/>
                </a:cubicBezTo>
                <a:cubicBezTo>
                  <a:pt x="2004966" y="288772"/>
                  <a:pt x="2001295" y="282405"/>
                  <a:pt x="1996476" y="276956"/>
                </a:cubicBezTo>
                <a:cubicBezTo>
                  <a:pt x="1991658" y="271507"/>
                  <a:pt x="1985836" y="267004"/>
                  <a:pt x="1979010" y="263447"/>
                </a:cubicBezTo>
                <a:cubicBezTo>
                  <a:pt x="1972184" y="259891"/>
                  <a:pt x="1965444" y="257453"/>
                  <a:pt x="1958790" y="256134"/>
                </a:cubicBezTo>
                <a:cubicBezTo>
                  <a:pt x="1952136" y="254815"/>
                  <a:pt x="1946429" y="253954"/>
                  <a:pt x="1941668" y="253553"/>
                </a:cubicBezTo>
                <a:cubicBezTo>
                  <a:pt x="1936907" y="253151"/>
                  <a:pt x="1931888" y="252950"/>
                  <a:pt x="1926611" y="252950"/>
                </a:cubicBezTo>
                <a:close/>
                <a:moveTo>
                  <a:pt x="986408" y="252950"/>
                </a:moveTo>
                <a:cubicBezTo>
                  <a:pt x="982622" y="252950"/>
                  <a:pt x="979438" y="254069"/>
                  <a:pt x="976857" y="256306"/>
                </a:cubicBezTo>
                <a:cubicBezTo>
                  <a:pt x="974276" y="258543"/>
                  <a:pt x="972985" y="262186"/>
                  <a:pt x="972985" y="267233"/>
                </a:cubicBezTo>
                <a:lnTo>
                  <a:pt x="972985" y="461342"/>
                </a:lnTo>
                <a:cubicBezTo>
                  <a:pt x="972985" y="466390"/>
                  <a:pt x="974276" y="470033"/>
                  <a:pt x="976857" y="472270"/>
                </a:cubicBezTo>
                <a:cubicBezTo>
                  <a:pt x="979438" y="474507"/>
                  <a:pt x="982622" y="475625"/>
                  <a:pt x="986408" y="475625"/>
                </a:cubicBezTo>
                <a:lnTo>
                  <a:pt x="1098261" y="475625"/>
                </a:lnTo>
                <a:cubicBezTo>
                  <a:pt x="1099294" y="475625"/>
                  <a:pt x="1100240" y="475310"/>
                  <a:pt x="1101101" y="474679"/>
                </a:cubicBezTo>
                <a:cubicBezTo>
                  <a:pt x="1101961" y="474048"/>
                  <a:pt x="1102678" y="473044"/>
                  <a:pt x="1103252" y="471667"/>
                </a:cubicBezTo>
                <a:cubicBezTo>
                  <a:pt x="1103825" y="470291"/>
                  <a:pt x="1104256" y="468484"/>
                  <a:pt x="1104543" y="466247"/>
                </a:cubicBezTo>
                <a:cubicBezTo>
                  <a:pt x="1104829" y="464010"/>
                  <a:pt x="1104973" y="461228"/>
                  <a:pt x="1104973" y="457901"/>
                </a:cubicBezTo>
                <a:cubicBezTo>
                  <a:pt x="1104973" y="454574"/>
                  <a:pt x="1104829" y="451792"/>
                  <a:pt x="1104543" y="449555"/>
                </a:cubicBezTo>
                <a:cubicBezTo>
                  <a:pt x="1104256" y="447318"/>
                  <a:pt x="1103825" y="445511"/>
                  <a:pt x="1103252" y="444134"/>
                </a:cubicBezTo>
                <a:cubicBezTo>
                  <a:pt x="1102678" y="442757"/>
                  <a:pt x="1101961" y="441754"/>
                  <a:pt x="1101101" y="441123"/>
                </a:cubicBezTo>
                <a:cubicBezTo>
                  <a:pt x="1100240" y="440492"/>
                  <a:pt x="1099294" y="440176"/>
                  <a:pt x="1098261" y="440176"/>
                </a:cubicBezTo>
                <a:lnTo>
                  <a:pt x="1018071" y="440176"/>
                </a:lnTo>
                <a:lnTo>
                  <a:pt x="1018071" y="377366"/>
                </a:lnTo>
                <a:lnTo>
                  <a:pt x="1085355" y="377366"/>
                </a:lnTo>
                <a:cubicBezTo>
                  <a:pt x="1086388" y="377366"/>
                  <a:pt x="1087334" y="377079"/>
                  <a:pt x="1088195" y="376506"/>
                </a:cubicBezTo>
                <a:cubicBezTo>
                  <a:pt x="1089055" y="375932"/>
                  <a:pt x="1089772" y="374986"/>
                  <a:pt x="1090346" y="373666"/>
                </a:cubicBezTo>
                <a:cubicBezTo>
                  <a:pt x="1090919" y="372347"/>
                  <a:pt x="1091349" y="370598"/>
                  <a:pt x="1091636" y="368418"/>
                </a:cubicBezTo>
                <a:cubicBezTo>
                  <a:pt x="1091923" y="366238"/>
                  <a:pt x="1092066" y="363485"/>
                  <a:pt x="1092066" y="360158"/>
                </a:cubicBezTo>
                <a:cubicBezTo>
                  <a:pt x="1092066" y="356946"/>
                  <a:pt x="1091923" y="354221"/>
                  <a:pt x="1091636" y="351984"/>
                </a:cubicBezTo>
                <a:cubicBezTo>
                  <a:pt x="1091349" y="349747"/>
                  <a:pt x="1090919" y="347969"/>
                  <a:pt x="1090346" y="346649"/>
                </a:cubicBezTo>
                <a:cubicBezTo>
                  <a:pt x="1089772" y="345330"/>
                  <a:pt x="1089055" y="344355"/>
                  <a:pt x="1088195" y="343724"/>
                </a:cubicBezTo>
                <a:cubicBezTo>
                  <a:pt x="1087334" y="343093"/>
                  <a:pt x="1086388" y="342778"/>
                  <a:pt x="1085355" y="342778"/>
                </a:cubicBezTo>
                <a:lnTo>
                  <a:pt x="1018071" y="342778"/>
                </a:lnTo>
                <a:lnTo>
                  <a:pt x="1018071" y="288399"/>
                </a:lnTo>
                <a:lnTo>
                  <a:pt x="1097573" y="288399"/>
                </a:lnTo>
                <a:cubicBezTo>
                  <a:pt x="1098606" y="288399"/>
                  <a:pt x="1099523" y="288084"/>
                  <a:pt x="1100326" y="287453"/>
                </a:cubicBezTo>
                <a:cubicBezTo>
                  <a:pt x="1101129" y="286822"/>
                  <a:pt x="1101818" y="285818"/>
                  <a:pt x="1102391" y="284442"/>
                </a:cubicBezTo>
                <a:cubicBezTo>
                  <a:pt x="1102965" y="283065"/>
                  <a:pt x="1103395" y="281258"/>
                  <a:pt x="1103682" y="279021"/>
                </a:cubicBezTo>
                <a:cubicBezTo>
                  <a:pt x="1103969" y="276784"/>
                  <a:pt x="1104112" y="274059"/>
                  <a:pt x="1104112" y="270847"/>
                </a:cubicBezTo>
                <a:cubicBezTo>
                  <a:pt x="1104112" y="267405"/>
                  <a:pt x="1103969" y="264566"/>
                  <a:pt x="1103682" y="262329"/>
                </a:cubicBezTo>
                <a:cubicBezTo>
                  <a:pt x="1103395" y="260092"/>
                  <a:pt x="1102965" y="258256"/>
                  <a:pt x="1102391" y="256822"/>
                </a:cubicBezTo>
                <a:cubicBezTo>
                  <a:pt x="1101818" y="255388"/>
                  <a:pt x="1101129" y="254384"/>
                  <a:pt x="1100326" y="253811"/>
                </a:cubicBezTo>
                <a:cubicBezTo>
                  <a:pt x="1099523" y="253237"/>
                  <a:pt x="1098606" y="252950"/>
                  <a:pt x="1097573" y="252950"/>
                </a:cubicBezTo>
                <a:close/>
                <a:moveTo>
                  <a:pt x="685222" y="252950"/>
                </a:moveTo>
                <a:cubicBezTo>
                  <a:pt x="680059" y="252950"/>
                  <a:pt x="675929" y="254499"/>
                  <a:pt x="672832" y="257597"/>
                </a:cubicBezTo>
                <a:cubicBezTo>
                  <a:pt x="669734" y="260694"/>
                  <a:pt x="668185" y="265168"/>
                  <a:pt x="668185" y="271019"/>
                </a:cubicBezTo>
                <a:lnTo>
                  <a:pt x="668185" y="469430"/>
                </a:lnTo>
                <a:cubicBezTo>
                  <a:pt x="668185" y="470577"/>
                  <a:pt x="668501" y="471610"/>
                  <a:pt x="669132" y="472528"/>
                </a:cubicBezTo>
                <a:cubicBezTo>
                  <a:pt x="669763" y="473446"/>
                  <a:pt x="670910" y="474191"/>
                  <a:pt x="672573" y="474765"/>
                </a:cubicBezTo>
                <a:cubicBezTo>
                  <a:pt x="674237" y="475338"/>
                  <a:pt x="676445" y="475797"/>
                  <a:pt x="679199" y="476141"/>
                </a:cubicBezTo>
                <a:cubicBezTo>
                  <a:pt x="681952" y="476486"/>
                  <a:pt x="685394" y="476658"/>
                  <a:pt x="689524" y="476658"/>
                </a:cubicBezTo>
                <a:cubicBezTo>
                  <a:pt x="693768" y="476658"/>
                  <a:pt x="697239" y="476486"/>
                  <a:pt x="699935" y="476141"/>
                </a:cubicBezTo>
                <a:cubicBezTo>
                  <a:pt x="702631" y="475797"/>
                  <a:pt x="704839" y="475338"/>
                  <a:pt x="706560" y="474765"/>
                </a:cubicBezTo>
                <a:cubicBezTo>
                  <a:pt x="708281" y="474191"/>
                  <a:pt x="709457" y="473446"/>
                  <a:pt x="710087" y="472528"/>
                </a:cubicBezTo>
                <a:cubicBezTo>
                  <a:pt x="710718" y="471610"/>
                  <a:pt x="711034" y="470577"/>
                  <a:pt x="711034" y="469430"/>
                </a:cubicBezTo>
                <a:lnTo>
                  <a:pt x="711034" y="288227"/>
                </a:lnTo>
                <a:lnTo>
                  <a:pt x="711378" y="288227"/>
                </a:lnTo>
                <a:lnTo>
                  <a:pt x="773672" y="469258"/>
                </a:lnTo>
                <a:cubicBezTo>
                  <a:pt x="774016" y="470520"/>
                  <a:pt x="774704" y="471610"/>
                  <a:pt x="775737" y="472528"/>
                </a:cubicBezTo>
                <a:cubicBezTo>
                  <a:pt x="776769" y="473446"/>
                  <a:pt x="778175" y="474220"/>
                  <a:pt x="779953" y="474851"/>
                </a:cubicBezTo>
                <a:cubicBezTo>
                  <a:pt x="781731" y="475482"/>
                  <a:pt x="783997" y="475941"/>
                  <a:pt x="786750" y="476228"/>
                </a:cubicBezTo>
                <a:cubicBezTo>
                  <a:pt x="789504" y="476514"/>
                  <a:pt x="792830" y="476658"/>
                  <a:pt x="796731" y="476658"/>
                </a:cubicBezTo>
                <a:cubicBezTo>
                  <a:pt x="800632" y="476658"/>
                  <a:pt x="803958" y="476572"/>
                  <a:pt x="806712" y="476400"/>
                </a:cubicBezTo>
                <a:cubicBezTo>
                  <a:pt x="809465" y="476228"/>
                  <a:pt x="811731" y="475855"/>
                  <a:pt x="813509" y="475281"/>
                </a:cubicBezTo>
                <a:cubicBezTo>
                  <a:pt x="815287" y="474707"/>
                  <a:pt x="816693" y="473933"/>
                  <a:pt x="817725" y="472958"/>
                </a:cubicBezTo>
                <a:cubicBezTo>
                  <a:pt x="818758" y="471983"/>
                  <a:pt x="819503" y="470750"/>
                  <a:pt x="819962" y="469258"/>
                </a:cubicBezTo>
                <a:lnTo>
                  <a:pt x="884493" y="288227"/>
                </a:lnTo>
                <a:lnTo>
                  <a:pt x="884837" y="288227"/>
                </a:lnTo>
                <a:lnTo>
                  <a:pt x="884837" y="469430"/>
                </a:lnTo>
                <a:cubicBezTo>
                  <a:pt x="884837" y="470577"/>
                  <a:pt x="885181" y="471610"/>
                  <a:pt x="885870" y="472528"/>
                </a:cubicBezTo>
                <a:cubicBezTo>
                  <a:pt x="886558" y="473446"/>
                  <a:pt x="887705" y="474191"/>
                  <a:pt x="889311" y="474765"/>
                </a:cubicBezTo>
                <a:cubicBezTo>
                  <a:pt x="890918" y="475338"/>
                  <a:pt x="893097" y="475797"/>
                  <a:pt x="895851" y="476141"/>
                </a:cubicBezTo>
                <a:cubicBezTo>
                  <a:pt x="898604" y="476486"/>
                  <a:pt x="902046" y="476658"/>
                  <a:pt x="906176" y="476658"/>
                </a:cubicBezTo>
                <a:cubicBezTo>
                  <a:pt x="910420" y="476658"/>
                  <a:pt x="913919" y="476486"/>
                  <a:pt x="916673" y="476141"/>
                </a:cubicBezTo>
                <a:cubicBezTo>
                  <a:pt x="919426" y="475797"/>
                  <a:pt x="921634" y="475338"/>
                  <a:pt x="923298" y="474765"/>
                </a:cubicBezTo>
                <a:cubicBezTo>
                  <a:pt x="924961" y="474191"/>
                  <a:pt x="926108" y="473446"/>
                  <a:pt x="926739" y="472528"/>
                </a:cubicBezTo>
                <a:cubicBezTo>
                  <a:pt x="927370" y="471610"/>
                  <a:pt x="927686" y="470577"/>
                  <a:pt x="927686" y="469430"/>
                </a:cubicBezTo>
                <a:lnTo>
                  <a:pt x="927686" y="271019"/>
                </a:lnTo>
                <a:cubicBezTo>
                  <a:pt x="927686" y="268151"/>
                  <a:pt x="927313" y="265599"/>
                  <a:pt x="926567" y="263361"/>
                </a:cubicBezTo>
                <a:cubicBezTo>
                  <a:pt x="925822" y="261124"/>
                  <a:pt x="924732" y="259231"/>
                  <a:pt x="923298" y="257683"/>
                </a:cubicBezTo>
                <a:cubicBezTo>
                  <a:pt x="921864" y="256134"/>
                  <a:pt x="920028" y="254958"/>
                  <a:pt x="917791" y="254155"/>
                </a:cubicBezTo>
                <a:cubicBezTo>
                  <a:pt x="915554" y="253352"/>
                  <a:pt x="912887" y="252950"/>
                  <a:pt x="909789" y="252950"/>
                </a:cubicBezTo>
                <a:lnTo>
                  <a:pt x="879331" y="252950"/>
                </a:lnTo>
                <a:cubicBezTo>
                  <a:pt x="875086" y="252950"/>
                  <a:pt x="871357" y="253381"/>
                  <a:pt x="868145" y="254241"/>
                </a:cubicBezTo>
                <a:cubicBezTo>
                  <a:pt x="864933" y="255101"/>
                  <a:pt x="862151" y="256564"/>
                  <a:pt x="859799" y="258629"/>
                </a:cubicBezTo>
                <a:cubicBezTo>
                  <a:pt x="857448" y="260694"/>
                  <a:pt x="855383" y="263390"/>
                  <a:pt x="853604" y="266717"/>
                </a:cubicBezTo>
                <a:cubicBezTo>
                  <a:pt x="851826" y="270044"/>
                  <a:pt x="850191" y="274117"/>
                  <a:pt x="848700" y="278935"/>
                </a:cubicBezTo>
                <a:lnTo>
                  <a:pt x="798796" y="411266"/>
                </a:lnTo>
                <a:lnTo>
                  <a:pt x="798108" y="411266"/>
                </a:lnTo>
                <a:lnTo>
                  <a:pt x="749925" y="278591"/>
                </a:lnTo>
                <a:cubicBezTo>
                  <a:pt x="748548" y="273772"/>
                  <a:pt x="746942" y="269729"/>
                  <a:pt x="745106" y="266459"/>
                </a:cubicBezTo>
                <a:cubicBezTo>
                  <a:pt x="743271" y="263189"/>
                  <a:pt x="740976" y="260551"/>
                  <a:pt x="738223" y="258543"/>
                </a:cubicBezTo>
                <a:cubicBezTo>
                  <a:pt x="735470" y="256536"/>
                  <a:pt x="732200" y="255101"/>
                  <a:pt x="728414" y="254241"/>
                </a:cubicBezTo>
                <a:cubicBezTo>
                  <a:pt x="724628" y="253381"/>
                  <a:pt x="720097" y="252950"/>
                  <a:pt x="714820" y="252950"/>
                </a:cubicBezTo>
                <a:close/>
                <a:moveTo>
                  <a:pt x="1262400" y="251918"/>
                </a:moveTo>
                <a:cubicBezTo>
                  <a:pt x="1258041" y="251918"/>
                  <a:pt x="1254398" y="252090"/>
                  <a:pt x="1251473" y="252434"/>
                </a:cubicBezTo>
                <a:cubicBezTo>
                  <a:pt x="1248548" y="252778"/>
                  <a:pt x="1246224" y="253237"/>
                  <a:pt x="1244504" y="253811"/>
                </a:cubicBezTo>
                <a:cubicBezTo>
                  <a:pt x="1242783" y="254384"/>
                  <a:pt x="1241550" y="255130"/>
                  <a:pt x="1240804" y="256048"/>
                </a:cubicBezTo>
                <a:cubicBezTo>
                  <a:pt x="1240058" y="256966"/>
                  <a:pt x="1239685" y="257998"/>
                  <a:pt x="1239685" y="259145"/>
                </a:cubicBezTo>
                <a:lnTo>
                  <a:pt x="1239685" y="461342"/>
                </a:lnTo>
                <a:cubicBezTo>
                  <a:pt x="1239685" y="466390"/>
                  <a:pt x="1240976" y="470033"/>
                  <a:pt x="1243557" y="472270"/>
                </a:cubicBezTo>
                <a:cubicBezTo>
                  <a:pt x="1246138" y="474507"/>
                  <a:pt x="1249322" y="475625"/>
                  <a:pt x="1253108" y="475625"/>
                </a:cubicBezTo>
                <a:lnTo>
                  <a:pt x="1355153" y="475625"/>
                </a:lnTo>
                <a:cubicBezTo>
                  <a:pt x="1356300" y="475625"/>
                  <a:pt x="1357304" y="475281"/>
                  <a:pt x="1358164" y="474593"/>
                </a:cubicBezTo>
                <a:cubicBezTo>
                  <a:pt x="1359025" y="473904"/>
                  <a:pt x="1359742" y="472786"/>
                  <a:pt x="1360315" y="471237"/>
                </a:cubicBezTo>
                <a:cubicBezTo>
                  <a:pt x="1360889" y="469688"/>
                  <a:pt x="1361319" y="467738"/>
                  <a:pt x="1361606" y="465386"/>
                </a:cubicBezTo>
                <a:cubicBezTo>
                  <a:pt x="1361893" y="463035"/>
                  <a:pt x="1362036" y="460138"/>
                  <a:pt x="1362036" y="456696"/>
                </a:cubicBezTo>
                <a:cubicBezTo>
                  <a:pt x="1362036" y="453254"/>
                  <a:pt x="1361893" y="450358"/>
                  <a:pt x="1361606" y="448006"/>
                </a:cubicBezTo>
                <a:cubicBezTo>
                  <a:pt x="1361319" y="445654"/>
                  <a:pt x="1360889" y="443761"/>
                  <a:pt x="1360315" y="442327"/>
                </a:cubicBezTo>
                <a:cubicBezTo>
                  <a:pt x="1359742" y="440893"/>
                  <a:pt x="1359025" y="439861"/>
                  <a:pt x="1358164" y="439230"/>
                </a:cubicBezTo>
                <a:cubicBezTo>
                  <a:pt x="1357304" y="438599"/>
                  <a:pt x="1356300" y="438283"/>
                  <a:pt x="1355153" y="438283"/>
                </a:cubicBezTo>
                <a:lnTo>
                  <a:pt x="1285115" y="438283"/>
                </a:lnTo>
                <a:lnTo>
                  <a:pt x="1285115" y="259145"/>
                </a:lnTo>
                <a:cubicBezTo>
                  <a:pt x="1285115" y="257998"/>
                  <a:pt x="1284742" y="256966"/>
                  <a:pt x="1283997" y="256048"/>
                </a:cubicBezTo>
                <a:cubicBezTo>
                  <a:pt x="1283251" y="255130"/>
                  <a:pt x="1282018" y="254384"/>
                  <a:pt x="1280297" y="253811"/>
                </a:cubicBezTo>
                <a:cubicBezTo>
                  <a:pt x="1278576" y="253237"/>
                  <a:pt x="1276281" y="252778"/>
                  <a:pt x="1273413" y="252434"/>
                </a:cubicBezTo>
                <a:cubicBezTo>
                  <a:pt x="1270545" y="252090"/>
                  <a:pt x="1266874" y="251918"/>
                  <a:pt x="1262400" y="251918"/>
                </a:cubicBezTo>
                <a:close/>
                <a:moveTo>
                  <a:pt x="539342" y="251918"/>
                </a:moveTo>
                <a:cubicBezTo>
                  <a:pt x="533491" y="251918"/>
                  <a:pt x="528788" y="252004"/>
                  <a:pt x="525231" y="252176"/>
                </a:cubicBezTo>
                <a:cubicBezTo>
                  <a:pt x="521675" y="252348"/>
                  <a:pt x="518893" y="252750"/>
                  <a:pt x="516885" y="253381"/>
                </a:cubicBezTo>
                <a:cubicBezTo>
                  <a:pt x="514878" y="254012"/>
                  <a:pt x="513415" y="254929"/>
                  <a:pt x="512497" y="256134"/>
                </a:cubicBezTo>
                <a:cubicBezTo>
                  <a:pt x="511579" y="257339"/>
                  <a:pt x="510776" y="258916"/>
                  <a:pt x="510088" y="260866"/>
                </a:cubicBezTo>
                <a:lnTo>
                  <a:pt x="441427" y="458417"/>
                </a:lnTo>
                <a:cubicBezTo>
                  <a:pt x="440050" y="462432"/>
                  <a:pt x="439190" y="465644"/>
                  <a:pt x="438846" y="468054"/>
                </a:cubicBezTo>
                <a:cubicBezTo>
                  <a:pt x="438502" y="470463"/>
                  <a:pt x="438903" y="472327"/>
                  <a:pt x="440050" y="473646"/>
                </a:cubicBezTo>
                <a:cubicBezTo>
                  <a:pt x="441198" y="474966"/>
                  <a:pt x="443263" y="475797"/>
                  <a:pt x="446245" y="476141"/>
                </a:cubicBezTo>
                <a:cubicBezTo>
                  <a:pt x="449228" y="476486"/>
                  <a:pt x="453358" y="476658"/>
                  <a:pt x="458635" y="476658"/>
                </a:cubicBezTo>
                <a:cubicBezTo>
                  <a:pt x="463568" y="476658"/>
                  <a:pt x="467555" y="476543"/>
                  <a:pt x="470595" y="476314"/>
                </a:cubicBezTo>
                <a:cubicBezTo>
                  <a:pt x="473635" y="476084"/>
                  <a:pt x="475987" y="475654"/>
                  <a:pt x="477651" y="475023"/>
                </a:cubicBezTo>
                <a:cubicBezTo>
                  <a:pt x="479314" y="474392"/>
                  <a:pt x="480519" y="473532"/>
                  <a:pt x="481264" y="472442"/>
                </a:cubicBezTo>
                <a:cubicBezTo>
                  <a:pt x="482010" y="471352"/>
                  <a:pt x="482612" y="470004"/>
                  <a:pt x="483071" y="468398"/>
                </a:cubicBezTo>
                <a:lnTo>
                  <a:pt x="497182" y="424861"/>
                </a:lnTo>
                <a:lnTo>
                  <a:pt x="580814" y="424861"/>
                </a:lnTo>
                <a:lnTo>
                  <a:pt x="595785" y="469602"/>
                </a:lnTo>
                <a:cubicBezTo>
                  <a:pt x="596244" y="471094"/>
                  <a:pt x="596818" y="472298"/>
                  <a:pt x="597506" y="473216"/>
                </a:cubicBezTo>
                <a:cubicBezTo>
                  <a:pt x="598194" y="474134"/>
                  <a:pt x="599399" y="474851"/>
                  <a:pt x="601120" y="475367"/>
                </a:cubicBezTo>
                <a:cubicBezTo>
                  <a:pt x="602840" y="475883"/>
                  <a:pt x="605336" y="476228"/>
                  <a:pt x="608605" y="476400"/>
                </a:cubicBezTo>
                <a:cubicBezTo>
                  <a:pt x="611875" y="476572"/>
                  <a:pt x="616435" y="476658"/>
                  <a:pt x="622286" y="476658"/>
                </a:cubicBezTo>
                <a:cubicBezTo>
                  <a:pt x="627907" y="476658"/>
                  <a:pt x="632324" y="476514"/>
                  <a:pt x="635536" y="476228"/>
                </a:cubicBezTo>
                <a:cubicBezTo>
                  <a:pt x="638748" y="475941"/>
                  <a:pt x="640986" y="475195"/>
                  <a:pt x="642247" y="473990"/>
                </a:cubicBezTo>
                <a:cubicBezTo>
                  <a:pt x="643509" y="472786"/>
                  <a:pt x="643968" y="470979"/>
                  <a:pt x="643624" y="468570"/>
                </a:cubicBezTo>
                <a:cubicBezTo>
                  <a:pt x="643280" y="466161"/>
                  <a:pt x="642420" y="462891"/>
                  <a:pt x="641043" y="458761"/>
                </a:cubicBezTo>
                <a:lnTo>
                  <a:pt x="572210" y="261382"/>
                </a:lnTo>
                <a:cubicBezTo>
                  <a:pt x="571522" y="259203"/>
                  <a:pt x="570690" y="257482"/>
                  <a:pt x="569715" y="256220"/>
                </a:cubicBezTo>
                <a:cubicBezTo>
                  <a:pt x="568739" y="254958"/>
                  <a:pt x="567133" y="254012"/>
                  <a:pt x="564896" y="253381"/>
                </a:cubicBezTo>
                <a:cubicBezTo>
                  <a:pt x="562659" y="252750"/>
                  <a:pt x="559533" y="252348"/>
                  <a:pt x="555518" y="252176"/>
                </a:cubicBezTo>
                <a:cubicBezTo>
                  <a:pt x="551503" y="252004"/>
                  <a:pt x="546111" y="251918"/>
                  <a:pt x="539342" y="251918"/>
                </a:cubicBezTo>
                <a:close/>
                <a:moveTo>
                  <a:pt x="334317" y="249165"/>
                </a:moveTo>
                <a:cubicBezTo>
                  <a:pt x="316765" y="249165"/>
                  <a:pt x="300847" y="251861"/>
                  <a:pt x="286565" y="257253"/>
                </a:cubicBezTo>
                <a:cubicBezTo>
                  <a:pt x="272282" y="262644"/>
                  <a:pt x="260092" y="270417"/>
                  <a:pt x="249997" y="280570"/>
                </a:cubicBezTo>
                <a:cubicBezTo>
                  <a:pt x="239901" y="290723"/>
                  <a:pt x="232100" y="303055"/>
                  <a:pt x="226594" y="317567"/>
                </a:cubicBezTo>
                <a:cubicBezTo>
                  <a:pt x="221087" y="332080"/>
                  <a:pt x="218334" y="348456"/>
                  <a:pt x="218334" y="366697"/>
                </a:cubicBezTo>
                <a:cubicBezTo>
                  <a:pt x="218334" y="384364"/>
                  <a:pt x="220915" y="400167"/>
                  <a:pt x="226078" y="414106"/>
                </a:cubicBezTo>
                <a:cubicBezTo>
                  <a:pt x="231240" y="428044"/>
                  <a:pt x="238697" y="439861"/>
                  <a:pt x="248448" y="449555"/>
                </a:cubicBezTo>
                <a:cubicBezTo>
                  <a:pt x="258200" y="459249"/>
                  <a:pt x="270102" y="466648"/>
                  <a:pt x="284155" y="471753"/>
                </a:cubicBezTo>
                <a:cubicBezTo>
                  <a:pt x="298209" y="476859"/>
                  <a:pt x="314126" y="479411"/>
                  <a:pt x="331908" y="479411"/>
                </a:cubicBezTo>
                <a:cubicBezTo>
                  <a:pt x="337989" y="479411"/>
                  <a:pt x="344040" y="479124"/>
                  <a:pt x="350063" y="478551"/>
                </a:cubicBezTo>
                <a:cubicBezTo>
                  <a:pt x="356086" y="477977"/>
                  <a:pt x="362051" y="477117"/>
                  <a:pt x="367960" y="475969"/>
                </a:cubicBezTo>
                <a:cubicBezTo>
                  <a:pt x="373868" y="474822"/>
                  <a:pt x="379575" y="473446"/>
                  <a:pt x="385082" y="471839"/>
                </a:cubicBezTo>
                <a:cubicBezTo>
                  <a:pt x="390588" y="470233"/>
                  <a:pt x="395206" y="468685"/>
                  <a:pt x="398934" y="467193"/>
                </a:cubicBezTo>
                <a:cubicBezTo>
                  <a:pt x="402663" y="465702"/>
                  <a:pt x="405129" y="463665"/>
                  <a:pt x="406334" y="461084"/>
                </a:cubicBezTo>
                <a:cubicBezTo>
                  <a:pt x="407539" y="458503"/>
                  <a:pt x="408141" y="455492"/>
                  <a:pt x="408141" y="452050"/>
                </a:cubicBezTo>
                <a:lnTo>
                  <a:pt x="408141" y="363427"/>
                </a:lnTo>
                <a:cubicBezTo>
                  <a:pt x="408141" y="361133"/>
                  <a:pt x="407854" y="359097"/>
                  <a:pt x="407280" y="357319"/>
                </a:cubicBezTo>
                <a:cubicBezTo>
                  <a:pt x="406707" y="355540"/>
                  <a:pt x="405875" y="354020"/>
                  <a:pt x="404785" y="352758"/>
                </a:cubicBezTo>
                <a:cubicBezTo>
                  <a:pt x="403695" y="351496"/>
                  <a:pt x="402433" y="350550"/>
                  <a:pt x="400999" y="349919"/>
                </a:cubicBezTo>
                <a:cubicBezTo>
                  <a:pt x="399565" y="349288"/>
                  <a:pt x="397931" y="348973"/>
                  <a:pt x="396095" y="348973"/>
                </a:cubicBezTo>
                <a:lnTo>
                  <a:pt x="320895" y="348973"/>
                </a:lnTo>
                <a:cubicBezTo>
                  <a:pt x="319862" y="348973"/>
                  <a:pt x="318945" y="349288"/>
                  <a:pt x="318142" y="349919"/>
                </a:cubicBezTo>
                <a:cubicBezTo>
                  <a:pt x="317339" y="350550"/>
                  <a:pt x="316650" y="351525"/>
                  <a:pt x="316077" y="352844"/>
                </a:cubicBezTo>
                <a:cubicBezTo>
                  <a:pt x="315503" y="354164"/>
                  <a:pt x="315073" y="355913"/>
                  <a:pt x="314786" y="358093"/>
                </a:cubicBezTo>
                <a:cubicBezTo>
                  <a:pt x="314499" y="360273"/>
                  <a:pt x="314356" y="362969"/>
                  <a:pt x="314356" y="366181"/>
                </a:cubicBezTo>
                <a:cubicBezTo>
                  <a:pt x="314356" y="372376"/>
                  <a:pt x="314929" y="376764"/>
                  <a:pt x="316077" y="379345"/>
                </a:cubicBezTo>
                <a:cubicBezTo>
                  <a:pt x="317224" y="381926"/>
                  <a:pt x="318830" y="383217"/>
                  <a:pt x="320895" y="383217"/>
                </a:cubicBezTo>
                <a:lnTo>
                  <a:pt x="363055" y="383217"/>
                </a:lnTo>
                <a:lnTo>
                  <a:pt x="363055" y="434842"/>
                </a:lnTo>
                <a:cubicBezTo>
                  <a:pt x="358810" y="437136"/>
                  <a:pt x="354222" y="438857"/>
                  <a:pt x="349289" y="440004"/>
                </a:cubicBezTo>
                <a:cubicBezTo>
                  <a:pt x="344356" y="441151"/>
                  <a:pt x="339365" y="441725"/>
                  <a:pt x="334317" y="441725"/>
                </a:cubicBezTo>
                <a:cubicBezTo>
                  <a:pt x="323992" y="441725"/>
                  <a:pt x="314557" y="440062"/>
                  <a:pt x="306010" y="436735"/>
                </a:cubicBezTo>
                <a:cubicBezTo>
                  <a:pt x="297463" y="433408"/>
                  <a:pt x="290150" y="428475"/>
                  <a:pt x="284069" y="421935"/>
                </a:cubicBezTo>
                <a:cubicBezTo>
                  <a:pt x="277989" y="415396"/>
                  <a:pt x="273257" y="407280"/>
                  <a:pt x="269872" y="397586"/>
                </a:cubicBezTo>
                <a:cubicBezTo>
                  <a:pt x="266488" y="387892"/>
                  <a:pt x="264796" y="376678"/>
                  <a:pt x="264796" y="363944"/>
                </a:cubicBezTo>
                <a:cubicBezTo>
                  <a:pt x="264796" y="352357"/>
                  <a:pt x="266460" y="341774"/>
                  <a:pt x="269786" y="332194"/>
                </a:cubicBezTo>
                <a:cubicBezTo>
                  <a:pt x="273113" y="322615"/>
                  <a:pt x="277874" y="314413"/>
                  <a:pt x="284069" y="307587"/>
                </a:cubicBezTo>
                <a:cubicBezTo>
                  <a:pt x="290264" y="300761"/>
                  <a:pt x="297721" y="295484"/>
                  <a:pt x="306440" y="291755"/>
                </a:cubicBezTo>
                <a:cubicBezTo>
                  <a:pt x="315159" y="288027"/>
                  <a:pt x="324910" y="286162"/>
                  <a:pt x="335694" y="286162"/>
                </a:cubicBezTo>
                <a:cubicBezTo>
                  <a:pt x="345790" y="286162"/>
                  <a:pt x="354652" y="287195"/>
                  <a:pt x="362281" y="289260"/>
                </a:cubicBezTo>
                <a:cubicBezTo>
                  <a:pt x="369910" y="291325"/>
                  <a:pt x="376478" y="293562"/>
                  <a:pt x="381984" y="295971"/>
                </a:cubicBezTo>
                <a:cubicBezTo>
                  <a:pt x="387491" y="298380"/>
                  <a:pt x="391908" y="300617"/>
                  <a:pt x="395235" y="302682"/>
                </a:cubicBezTo>
                <a:cubicBezTo>
                  <a:pt x="398562" y="304747"/>
                  <a:pt x="400971" y="305780"/>
                  <a:pt x="402462" y="305780"/>
                </a:cubicBezTo>
                <a:cubicBezTo>
                  <a:pt x="403495" y="305780"/>
                  <a:pt x="404384" y="305493"/>
                  <a:pt x="405129" y="304919"/>
                </a:cubicBezTo>
                <a:cubicBezTo>
                  <a:pt x="405875" y="304346"/>
                  <a:pt x="406506" y="303342"/>
                  <a:pt x="407022" y="301908"/>
                </a:cubicBezTo>
                <a:cubicBezTo>
                  <a:pt x="407539" y="300474"/>
                  <a:pt x="407940" y="298552"/>
                  <a:pt x="408227" y="296143"/>
                </a:cubicBezTo>
                <a:cubicBezTo>
                  <a:pt x="408514" y="293734"/>
                  <a:pt x="408657" y="290866"/>
                  <a:pt x="408657" y="287539"/>
                </a:cubicBezTo>
                <a:cubicBezTo>
                  <a:pt x="408657" y="281803"/>
                  <a:pt x="408313" y="277472"/>
                  <a:pt x="407625" y="274547"/>
                </a:cubicBezTo>
                <a:cubicBezTo>
                  <a:pt x="406936" y="271621"/>
                  <a:pt x="405818" y="269356"/>
                  <a:pt x="404269" y="267750"/>
                </a:cubicBezTo>
                <a:cubicBezTo>
                  <a:pt x="402720" y="266143"/>
                  <a:pt x="399996" y="264251"/>
                  <a:pt x="396095" y="262071"/>
                </a:cubicBezTo>
                <a:cubicBezTo>
                  <a:pt x="392195" y="259891"/>
                  <a:pt x="387290" y="257855"/>
                  <a:pt x="381382" y="255962"/>
                </a:cubicBezTo>
                <a:cubicBezTo>
                  <a:pt x="375474" y="254069"/>
                  <a:pt x="368562" y="252463"/>
                  <a:pt x="360646" y="251144"/>
                </a:cubicBezTo>
                <a:cubicBezTo>
                  <a:pt x="352730" y="249824"/>
                  <a:pt x="343954" y="249165"/>
                  <a:pt x="334317" y="249165"/>
                </a:cubicBezTo>
                <a:close/>
                <a:moveTo>
                  <a:pt x="1717740" y="248993"/>
                </a:moveTo>
                <a:cubicBezTo>
                  <a:pt x="1700073" y="248993"/>
                  <a:pt x="1684557" y="251689"/>
                  <a:pt x="1671191" y="257080"/>
                </a:cubicBezTo>
                <a:cubicBezTo>
                  <a:pt x="1657826" y="262472"/>
                  <a:pt x="1646612" y="270216"/>
                  <a:pt x="1637549" y="280312"/>
                </a:cubicBezTo>
                <a:cubicBezTo>
                  <a:pt x="1628486" y="290407"/>
                  <a:pt x="1621660" y="302654"/>
                  <a:pt x="1617072" y="317051"/>
                </a:cubicBezTo>
                <a:cubicBezTo>
                  <a:pt x="1612483" y="331449"/>
                  <a:pt x="1610188" y="347653"/>
                  <a:pt x="1610188" y="365664"/>
                </a:cubicBezTo>
                <a:cubicBezTo>
                  <a:pt x="1610188" y="385282"/>
                  <a:pt x="1612339" y="402261"/>
                  <a:pt x="1616641" y="416601"/>
                </a:cubicBezTo>
                <a:cubicBezTo>
                  <a:pt x="1620943" y="430941"/>
                  <a:pt x="1627396" y="442757"/>
                  <a:pt x="1636001" y="452050"/>
                </a:cubicBezTo>
                <a:cubicBezTo>
                  <a:pt x="1644605" y="461342"/>
                  <a:pt x="1655360" y="468254"/>
                  <a:pt x="1668266" y="472786"/>
                </a:cubicBezTo>
                <a:cubicBezTo>
                  <a:pt x="1681172" y="477317"/>
                  <a:pt x="1696287" y="479583"/>
                  <a:pt x="1713610" y="479583"/>
                </a:cubicBezTo>
                <a:cubicBezTo>
                  <a:pt x="1731162" y="479583"/>
                  <a:pt x="1746621" y="476916"/>
                  <a:pt x="1759986" y="471581"/>
                </a:cubicBezTo>
                <a:cubicBezTo>
                  <a:pt x="1773351" y="466247"/>
                  <a:pt x="1784565" y="458503"/>
                  <a:pt x="1793628" y="448350"/>
                </a:cubicBezTo>
                <a:cubicBezTo>
                  <a:pt x="1802691" y="438197"/>
                  <a:pt x="1809517" y="425836"/>
                  <a:pt x="1814106" y="411266"/>
                </a:cubicBezTo>
                <a:cubicBezTo>
                  <a:pt x="1818695" y="396697"/>
                  <a:pt x="1820989" y="380177"/>
                  <a:pt x="1820989" y="361707"/>
                </a:cubicBezTo>
                <a:cubicBezTo>
                  <a:pt x="1820989" y="342433"/>
                  <a:pt x="1818781" y="325713"/>
                  <a:pt x="1814364" y="311545"/>
                </a:cubicBezTo>
                <a:cubicBezTo>
                  <a:pt x="1809947" y="297376"/>
                  <a:pt x="1803408" y="285646"/>
                  <a:pt x="1794747" y="276354"/>
                </a:cubicBezTo>
                <a:cubicBezTo>
                  <a:pt x="1786085" y="267061"/>
                  <a:pt x="1775301" y="260178"/>
                  <a:pt x="1762395" y="255704"/>
                </a:cubicBezTo>
                <a:cubicBezTo>
                  <a:pt x="1749489" y="251230"/>
                  <a:pt x="1734604" y="248993"/>
                  <a:pt x="1717740" y="248993"/>
                </a:cubicBezTo>
                <a:close/>
                <a:moveTo>
                  <a:pt x="1479615" y="248993"/>
                </a:moveTo>
                <a:cubicBezTo>
                  <a:pt x="1461948" y="248993"/>
                  <a:pt x="1446432" y="251689"/>
                  <a:pt x="1433066" y="257080"/>
                </a:cubicBezTo>
                <a:cubicBezTo>
                  <a:pt x="1419701" y="262472"/>
                  <a:pt x="1408487" y="270216"/>
                  <a:pt x="1399424" y="280312"/>
                </a:cubicBezTo>
                <a:cubicBezTo>
                  <a:pt x="1390361" y="290407"/>
                  <a:pt x="1383536" y="302654"/>
                  <a:pt x="1378947" y="317051"/>
                </a:cubicBezTo>
                <a:cubicBezTo>
                  <a:pt x="1374358" y="331449"/>
                  <a:pt x="1372063" y="347653"/>
                  <a:pt x="1372063" y="365664"/>
                </a:cubicBezTo>
                <a:cubicBezTo>
                  <a:pt x="1372063" y="385282"/>
                  <a:pt x="1374214" y="402261"/>
                  <a:pt x="1378516" y="416601"/>
                </a:cubicBezTo>
                <a:cubicBezTo>
                  <a:pt x="1382818" y="430941"/>
                  <a:pt x="1389271" y="442757"/>
                  <a:pt x="1397876" y="452050"/>
                </a:cubicBezTo>
                <a:cubicBezTo>
                  <a:pt x="1406480" y="461342"/>
                  <a:pt x="1417235" y="468254"/>
                  <a:pt x="1430141" y="472786"/>
                </a:cubicBezTo>
                <a:cubicBezTo>
                  <a:pt x="1443047" y="477317"/>
                  <a:pt x="1458162" y="479583"/>
                  <a:pt x="1475485" y="479583"/>
                </a:cubicBezTo>
                <a:cubicBezTo>
                  <a:pt x="1493037" y="479583"/>
                  <a:pt x="1508496" y="476916"/>
                  <a:pt x="1521861" y="471581"/>
                </a:cubicBezTo>
                <a:cubicBezTo>
                  <a:pt x="1535226" y="466247"/>
                  <a:pt x="1546440" y="458503"/>
                  <a:pt x="1555503" y="448350"/>
                </a:cubicBezTo>
                <a:cubicBezTo>
                  <a:pt x="1564566" y="438197"/>
                  <a:pt x="1571392" y="425836"/>
                  <a:pt x="1575981" y="411266"/>
                </a:cubicBezTo>
                <a:cubicBezTo>
                  <a:pt x="1580570" y="396697"/>
                  <a:pt x="1582864" y="380177"/>
                  <a:pt x="1582864" y="361707"/>
                </a:cubicBezTo>
                <a:cubicBezTo>
                  <a:pt x="1582864" y="342433"/>
                  <a:pt x="1580656" y="325713"/>
                  <a:pt x="1576239" y="311545"/>
                </a:cubicBezTo>
                <a:cubicBezTo>
                  <a:pt x="1571822" y="297376"/>
                  <a:pt x="1565283" y="285646"/>
                  <a:pt x="1556622" y="276354"/>
                </a:cubicBezTo>
                <a:cubicBezTo>
                  <a:pt x="1547960" y="267061"/>
                  <a:pt x="1537176" y="260178"/>
                  <a:pt x="1524270" y="255704"/>
                </a:cubicBezTo>
                <a:cubicBezTo>
                  <a:pt x="1511364" y="251230"/>
                  <a:pt x="1496479" y="248993"/>
                  <a:pt x="1479615" y="248993"/>
                </a:cubicBezTo>
                <a:close/>
                <a:moveTo>
                  <a:pt x="0" y="0"/>
                </a:moveTo>
                <a:lnTo>
                  <a:pt x="2240280" y="0"/>
                </a:lnTo>
                <a:lnTo>
                  <a:pt x="2240280" y="716280"/>
                </a:lnTo>
                <a:lnTo>
                  <a:pt x="0" y="71628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1703546" y="3297181"/>
            <a:ext cx="2958465" cy="1369620"/>
          </a:xfrm>
          <a:custGeom>
            <a:avLst/>
            <a:gdLst/>
            <a:ahLst/>
            <a:cxnLst/>
            <a:rect l="l" t="t" r="r" b="b"/>
            <a:pathLst>
              <a:path w="2042160" h="857000">
                <a:moveTo>
                  <a:pt x="1675455" y="358759"/>
                </a:moveTo>
                <a:lnTo>
                  <a:pt x="1698342" y="358759"/>
                </a:lnTo>
                <a:cubicBezTo>
                  <a:pt x="1712223" y="358759"/>
                  <a:pt x="1723437" y="360624"/>
                  <a:pt x="1731984" y="364352"/>
                </a:cubicBezTo>
                <a:cubicBezTo>
                  <a:pt x="1740531" y="368080"/>
                  <a:pt x="1747529" y="373272"/>
                  <a:pt x="1752978" y="379925"/>
                </a:cubicBezTo>
                <a:cubicBezTo>
                  <a:pt x="1758427" y="386579"/>
                  <a:pt x="1762385" y="394438"/>
                  <a:pt x="1764852" y="403501"/>
                </a:cubicBezTo>
                <a:cubicBezTo>
                  <a:pt x="1767318" y="412564"/>
                  <a:pt x="1768552" y="422373"/>
                  <a:pt x="1768552" y="432927"/>
                </a:cubicBezTo>
                <a:cubicBezTo>
                  <a:pt x="1768552" y="445776"/>
                  <a:pt x="1767146" y="457018"/>
                  <a:pt x="1764336" y="466655"/>
                </a:cubicBezTo>
                <a:cubicBezTo>
                  <a:pt x="1761525" y="476292"/>
                  <a:pt x="1757280" y="484351"/>
                  <a:pt x="1751601" y="490833"/>
                </a:cubicBezTo>
                <a:cubicBezTo>
                  <a:pt x="1745923" y="497315"/>
                  <a:pt x="1738839" y="502162"/>
                  <a:pt x="1730349" y="505374"/>
                </a:cubicBezTo>
                <a:cubicBezTo>
                  <a:pt x="1721860" y="508586"/>
                  <a:pt x="1711420" y="510192"/>
                  <a:pt x="1699030" y="510192"/>
                </a:cubicBezTo>
                <a:lnTo>
                  <a:pt x="1675455" y="510192"/>
                </a:lnTo>
                <a:close/>
                <a:moveTo>
                  <a:pt x="437377" y="357899"/>
                </a:moveTo>
                <a:lnTo>
                  <a:pt x="457683" y="357899"/>
                </a:lnTo>
                <a:cubicBezTo>
                  <a:pt x="462845" y="357899"/>
                  <a:pt x="466889" y="358071"/>
                  <a:pt x="469814" y="358415"/>
                </a:cubicBezTo>
                <a:cubicBezTo>
                  <a:pt x="472740" y="358759"/>
                  <a:pt x="475350" y="359218"/>
                  <a:pt x="477644" y="359792"/>
                </a:cubicBezTo>
                <a:cubicBezTo>
                  <a:pt x="485216" y="361857"/>
                  <a:pt x="490665" y="365413"/>
                  <a:pt x="493992" y="370461"/>
                </a:cubicBezTo>
                <a:cubicBezTo>
                  <a:pt x="497319" y="375509"/>
                  <a:pt x="498982" y="381704"/>
                  <a:pt x="498982" y="389046"/>
                </a:cubicBezTo>
                <a:cubicBezTo>
                  <a:pt x="498982" y="393864"/>
                  <a:pt x="498179" y="398224"/>
                  <a:pt x="496573" y="402124"/>
                </a:cubicBezTo>
                <a:cubicBezTo>
                  <a:pt x="494967" y="406025"/>
                  <a:pt x="492558" y="409380"/>
                  <a:pt x="489346" y="412191"/>
                </a:cubicBezTo>
                <a:cubicBezTo>
                  <a:pt x="486134" y="415002"/>
                  <a:pt x="482118" y="417181"/>
                  <a:pt x="477300" y="418730"/>
                </a:cubicBezTo>
                <a:cubicBezTo>
                  <a:pt x="472482" y="420279"/>
                  <a:pt x="466860" y="421053"/>
                  <a:pt x="460436" y="421053"/>
                </a:cubicBezTo>
                <a:lnTo>
                  <a:pt x="437377" y="421053"/>
                </a:lnTo>
                <a:close/>
                <a:moveTo>
                  <a:pt x="687650" y="356522"/>
                </a:moveTo>
                <a:cubicBezTo>
                  <a:pt x="698663" y="356522"/>
                  <a:pt x="707841" y="358387"/>
                  <a:pt x="715183" y="362115"/>
                </a:cubicBezTo>
                <a:cubicBezTo>
                  <a:pt x="722526" y="365843"/>
                  <a:pt x="728405" y="371121"/>
                  <a:pt x="732822" y="377947"/>
                </a:cubicBezTo>
                <a:cubicBezTo>
                  <a:pt x="737239" y="384772"/>
                  <a:pt x="740365" y="392975"/>
                  <a:pt x="742200" y="402554"/>
                </a:cubicBezTo>
                <a:cubicBezTo>
                  <a:pt x="744036" y="412134"/>
                  <a:pt x="744954" y="422774"/>
                  <a:pt x="744954" y="434476"/>
                </a:cubicBezTo>
                <a:cubicBezTo>
                  <a:pt x="744954" y="445145"/>
                  <a:pt x="744007" y="455212"/>
                  <a:pt x="742114" y="464676"/>
                </a:cubicBezTo>
                <a:cubicBezTo>
                  <a:pt x="740221" y="474141"/>
                  <a:pt x="736980" y="482429"/>
                  <a:pt x="732392" y="489542"/>
                </a:cubicBezTo>
                <a:cubicBezTo>
                  <a:pt x="727803" y="496655"/>
                  <a:pt x="721780" y="502276"/>
                  <a:pt x="714323" y="506406"/>
                </a:cubicBezTo>
                <a:cubicBezTo>
                  <a:pt x="706866" y="510536"/>
                  <a:pt x="697574" y="512601"/>
                  <a:pt x="686445" y="512601"/>
                </a:cubicBezTo>
                <a:cubicBezTo>
                  <a:pt x="675317" y="512601"/>
                  <a:pt x="666082" y="510794"/>
                  <a:pt x="658740" y="507181"/>
                </a:cubicBezTo>
                <a:cubicBezTo>
                  <a:pt x="651398" y="503567"/>
                  <a:pt x="645547" y="498318"/>
                  <a:pt x="641188" y="491435"/>
                </a:cubicBezTo>
                <a:cubicBezTo>
                  <a:pt x="636828" y="484552"/>
                  <a:pt x="633731" y="476263"/>
                  <a:pt x="631895" y="466569"/>
                </a:cubicBezTo>
                <a:cubicBezTo>
                  <a:pt x="630060" y="456875"/>
                  <a:pt x="629142" y="445948"/>
                  <a:pt x="629142" y="433787"/>
                </a:cubicBezTo>
                <a:cubicBezTo>
                  <a:pt x="629142" y="423348"/>
                  <a:pt x="630088" y="413453"/>
                  <a:pt x="631981" y="404103"/>
                </a:cubicBezTo>
                <a:cubicBezTo>
                  <a:pt x="633874" y="394753"/>
                  <a:pt x="637115" y="386579"/>
                  <a:pt x="641704" y="379581"/>
                </a:cubicBezTo>
                <a:cubicBezTo>
                  <a:pt x="646293" y="372583"/>
                  <a:pt x="652316" y="366991"/>
                  <a:pt x="659773" y="362803"/>
                </a:cubicBezTo>
                <a:cubicBezTo>
                  <a:pt x="667230" y="358616"/>
                  <a:pt x="676522" y="356522"/>
                  <a:pt x="687650" y="356522"/>
                </a:cubicBezTo>
                <a:close/>
                <a:moveTo>
                  <a:pt x="1643792" y="323310"/>
                </a:moveTo>
                <a:cubicBezTo>
                  <a:pt x="1640006" y="323310"/>
                  <a:pt x="1636822" y="324429"/>
                  <a:pt x="1634241" y="326666"/>
                </a:cubicBezTo>
                <a:cubicBezTo>
                  <a:pt x="1631660" y="328903"/>
                  <a:pt x="1630369" y="332545"/>
                  <a:pt x="1630369" y="337593"/>
                </a:cubicBezTo>
                <a:lnTo>
                  <a:pt x="1630369" y="531702"/>
                </a:lnTo>
                <a:cubicBezTo>
                  <a:pt x="1630369" y="536750"/>
                  <a:pt x="1631660" y="540393"/>
                  <a:pt x="1634241" y="542630"/>
                </a:cubicBezTo>
                <a:cubicBezTo>
                  <a:pt x="1636822" y="544867"/>
                  <a:pt x="1640006" y="545985"/>
                  <a:pt x="1643792" y="545985"/>
                </a:cubicBezTo>
                <a:lnTo>
                  <a:pt x="1696965" y="545985"/>
                </a:lnTo>
                <a:cubicBezTo>
                  <a:pt x="1716697" y="545985"/>
                  <a:pt x="1733705" y="543834"/>
                  <a:pt x="1747988" y="539532"/>
                </a:cubicBezTo>
                <a:cubicBezTo>
                  <a:pt x="1762271" y="535230"/>
                  <a:pt x="1774402" y="528490"/>
                  <a:pt x="1784383" y="519312"/>
                </a:cubicBezTo>
                <a:cubicBezTo>
                  <a:pt x="1794364" y="510135"/>
                  <a:pt x="1802022" y="498290"/>
                  <a:pt x="1807356" y="483777"/>
                </a:cubicBezTo>
                <a:cubicBezTo>
                  <a:pt x="1812691" y="469265"/>
                  <a:pt x="1815358" y="451799"/>
                  <a:pt x="1815358" y="431378"/>
                </a:cubicBezTo>
                <a:cubicBezTo>
                  <a:pt x="1815358" y="413711"/>
                  <a:pt x="1812891" y="398166"/>
                  <a:pt x="1807958" y="384744"/>
                </a:cubicBezTo>
                <a:cubicBezTo>
                  <a:pt x="1803025" y="371321"/>
                  <a:pt x="1795827" y="360050"/>
                  <a:pt x="1786362" y="350930"/>
                </a:cubicBezTo>
                <a:cubicBezTo>
                  <a:pt x="1776898" y="341809"/>
                  <a:pt x="1765253" y="334926"/>
                  <a:pt x="1751429" y="330280"/>
                </a:cubicBezTo>
                <a:cubicBezTo>
                  <a:pt x="1737605" y="325633"/>
                  <a:pt x="1720770" y="323310"/>
                  <a:pt x="1700923" y="323310"/>
                </a:cubicBezTo>
                <a:close/>
                <a:moveTo>
                  <a:pt x="1243742" y="323310"/>
                </a:moveTo>
                <a:cubicBezTo>
                  <a:pt x="1239956" y="323310"/>
                  <a:pt x="1236772" y="324429"/>
                  <a:pt x="1234191" y="326666"/>
                </a:cubicBezTo>
                <a:cubicBezTo>
                  <a:pt x="1231610" y="328903"/>
                  <a:pt x="1230319" y="332545"/>
                  <a:pt x="1230319" y="337593"/>
                </a:cubicBezTo>
                <a:lnTo>
                  <a:pt x="1230319" y="531702"/>
                </a:lnTo>
                <a:cubicBezTo>
                  <a:pt x="1230319" y="536750"/>
                  <a:pt x="1231610" y="540393"/>
                  <a:pt x="1234191" y="542630"/>
                </a:cubicBezTo>
                <a:cubicBezTo>
                  <a:pt x="1236772" y="544867"/>
                  <a:pt x="1239956" y="545985"/>
                  <a:pt x="1243742" y="545985"/>
                </a:cubicBezTo>
                <a:lnTo>
                  <a:pt x="1355595" y="545985"/>
                </a:lnTo>
                <a:cubicBezTo>
                  <a:pt x="1356628" y="545985"/>
                  <a:pt x="1357574" y="545670"/>
                  <a:pt x="1358435" y="545039"/>
                </a:cubicBezTo>
                <a:cubicBezTo>
                  <a:pt x="1359295" y="544408"/>
                  <a:pt x="1360012" y="543404"/>
                  <a:pt x="1360586" y="542027"/>
                </a:cubicBezTo>
                <a:cubicBezTo>
                  <a:pt x="1361159" y="540651"/>
                  <a:pt x="1361590" y="538844"/>
                  <a:pt x="1361876" y="536607"/>
                </a:cubicBezTo>
                <a:cubicBezTo>
                  <a:pt x="1362163" y="534370"/>
                  <a:pt x="1362307" y="531588"/>
                  <a:pt x="1362307" y="528261"/>
                </a:cubicBezTo>
                <a:cubicBezTo>
                  <a:pt x="1362307" y="524934"/>
                  <a:pt x="1362163" y="522152"/>
                  <a:pt x="1361876" y="519915"/>
                </a:cubicBezTo>
                <a:cubicBezTo>
                  <a:pt x="1361590" y="517678"/>
                  <a:pt x="1361159" y="515871"/>
                  <a:pt x="1360586" y="514494"/>
                </a:cubicBezTo>
                <a:cubicBezTo>
                  <a:pt x="1360012" y="513117"/>
                  <a:pt x="1359295" y="512114"/>
                  <a:pt x="1358435" y="511483"/>
                </a:cubicBezTo>
                <a:cubicBezTo>
                  <a:pt x="1357574" y="510852"/>
                  <a:pt x="1356628" y="510536"/>
                  <a:pt x="1355595" y="510536"/>
                </a:cubicBezTo>
                <a:lnTo>
                  <a:pt x="1275405" y="510536"/>
                </a:lnTo>
                <a:lnTo>
                  <a:pt x="1275405" y="447726"/>
                </a:lnTo>
                <a:lnTo>
                  <a:pt x="1342689" y="447726"/>
                </a:lnTo>
                <a:cubicBezTo>
                  <a:pt x="1343722" y="447726"/>
                  <a:pt x="1344668" y="447439"/>
                  <a:pt x="1345529" y="446866"/>
                </a:cubicBezTo>
                <a:cubicBezTo>
                  <a:pt x="1346389" y="446292"/>
                  <a:pt x="1347106" y="445346"/>
                  <a:pt x="1347680" y="444026"/>
                </a:cubicBezTo>
                <a:cubicBezTo>
                  <a:pt x="1348253" y="442707"/>
                  <a:pt x="1348683" y="440957"/>
                  <a:pt x="1348970" y="438778"/>
                </a:cubicBezTo>
                <a:cubicBezTo>
                  <a:pt x="1349257" y="436598"/>
                  <a:pt x="1349400" y="433845"/>
                  <a:pt x="1349400" y="430518"/>
                </a:cubicBezTo>
                <a:cubicBezTo>
                  <a:pt x="1349400" y="427306"/>
                  <a:pt x="1349257" y="424581"/>
                  <a:pt x="1348970" y="422344"/>
                </a:cubicBezTo>
                <a:cubicBezTo>
                  <a:pt x="1348683" y="420107"/>
                  <a:pt x="1348253" y="418329"/>
                  <a:pt x="1347680" y="417009"/>
                </a:cubicBezTo>
                <a:cubicBezTo>
                  <a:pt x="1347106" y="415690"/>
                  <a:pt x="1346389" y="414715"/>
                  <a:pt x="1345529" y="414084"/>
                </a:cubicBezTo>
                <a:cubicBezTo>
                  <a:pt x="1344668" y="413453"/>
                  <a:pt x="1343722" y="413137"/>
                  <a:pt x="1342689" y="413137"/>
                </a:cubicBezTo>
                <a:lnTo>
                  <a:pt x="1275405" y="413137"/>
                </a:lnTo>
                <a:lnTo>
                  <a:pt x="1275405" y="358759"/>
                </a:lnTo>
                <a:lnTo>
                  <a:pt x="1354907" y="358759"/>
                </a:lnTo>
                <a:cubicBezTo>
                  <a:pt x="1355940" y="358759"/>
                  <a:pt x="1356857" y="358444"/>
                  <a:pt x="1357660" y="357813"/>
                </a:cubicBezTo>
                <a:cubicBezTo>
                  <a:pt x="1358463" y="357182"/>
                  <a:pt x="1359152" y="356178"/>
                  <a:pt x="1359725" y="354801"/>
                </a:cubicBezTo>
                <a:cubicBezTo>
                  <a:pt x="1360299" y="353425"/>
                  <a:pt x="1360729" y="351618"/>
                  <a:pt x="1361016" y="349381"/>
                </a:cubicBezTo>
                <a:cubicBezTo>
                  <a:pt x="1361303" y="347144"/>
                  <a:pt x="1361446" y="344419"/>
                  <a:pt x="1361446" y="341207"/>
                </a:cubicBezTo>
                <a:cubicBezTo>
                  <a:pt x="1361446" y="337765"/>
                  <a:pt x="1361303" y="334926"/>
                  <a:pt x="1361016" y="332689"/>
                </a:cubicBezTo>
                <a:cubicBezTo>
                  <a:pt x="1360729" y="330452"/>
                  <a:pt x="1360299" y="328616"/>
                  <a:pt x="1359725" y="327182"/>
                </a:cubicBezTo>
                <a:cubicBezTo>
                  <a:pt x="1359152" y="325748"/>
                  <a:pt x="1358463" y="324744"/>
                  <a:pt x="1357660" y="324171"/>
                </a:cubicBezTo>
                <a:cubicBezTo>
                  <a:pt x="1356857" y="323597"/>
                  <a:pt x="1355940" y="323310"/>
                  <a:pt x="1354907" y="323310"/>
                </a:cubicBezTo>
                <a:close/>
                <a:moveTo>
                  <a:pt x="1043382" y="323310"/>
                </a:moveTo>
                <a:cubicBezTo>
                  <a:pt x="1042235" y="323310"/>
                  <a:pt x="1041260" y="323626"/>
                  <a:pt x="1040456" y="324257"/>
                </a:cubicBezTo>
                <a:cubicBezTo>
                  <a:pt x="1039653" y="324888"/>
                  <a:pt x="1038965" y="325920"/>
                  <a:pt x="1038391" y="327354"/>
                </a:cubicBezTo>
                <a:cubicBezTo>
                  <a:pt x="1037818" y="328788"/>
                  <a:pt x="1037388" y="330710"/>
                  <a:pt x="1037101" y="333119"/>
                </a:cubicBezTo>
                <a:cubicBezTo>
                  <a:pt x="1036814" y="335528"/>
                  <a:pt x="1036671" y="338454"/>
                  <a:pt x="1036671" y="341895"/>
                </a:cubicBezTo>
                <a:cubicBezTo>
                  <a:pt x="1036671" y="345222"/>
                  <a:pt x="1036814" y="348062"/>
                  <a:pt x="1037101" y="350413"/>
                </a:cubicBezTo>
                <a:cubicBezTo>
                  <a:pt x="1037388" y="352765"/>
                  <a:pt x="1037818" y="354658"/>
                  <a:pt x="1038391" y="356092"/>
                </a:cubicBezTo>
                <a:cubicBezTo>
                  <a:pt x="1038965" y="357526"/>
                  <a:pt x="1039653" y="358587"/>
                  <a:pt x="1040456" y="359276"/>
                </a:cubicBezTo>
                <a:cubicBezTo>
                  <a:pt x="1041260" y="359964"/>
                  <a:pt x="1042235" y="360308"/>
                  <a:pt x="1043382" y="360308"/>
                </a:cubicBezTo>
                <a:lnTo>
                  <a:pt x="1099137" y="360308"/>
                </a:lnTo>
                <a:lnTo>
                  <a:pt x="1099137" y="539790"/>
                </a:lnTo>
                <a:cubicBezTo>
                  <a:pt x="1099137" y="540937"/>
                  <a:pt x="1099510" y="541970"/>
                  <a:pt x="1100255" y="542888"/>
                </a:cubicBezTo>
                <a:cubicBezTo>
                  <a:pt x="1101001" y="543806"/>
                  <a:pt x="1102234" y="544551"/>
                  <a:pt x="1103955" y="545125"/>
                </a:cubicBezTo>
                <a:cubicBezTo>
                  <a:pt x="1105676" y="545698"/>
                  <a:pt x="1107999" y="546157"/>
                  <a:pt x="1110924" y="546501"/>
                </a:cubicBezTo>
                <a:cubicBezTo>
                  <a:pt x="1113850" y="546846"/>
                  <a:pt x="1117492" y="547018"/>
                  <a:pt x="1121852" y="547018"/>
                </a:cubicBezTo>
                <a:cubicBezTo>
                  <a:pt x="1126211" y="547018"/>
                  <a:pt x="1129853" y="546846"/>
                  <a:pt x="1132779" y="546501"/>
                </a:cubicBezTo>
                <a:cubicBezTo>
                  <a:pt x="1135704" y="546157"/>
                  <a:pt x="1138027" y="545698"/>
                  <a:pt x="1139748" y="545125"/>
                </a:cubicBezTo>
                <a:cubicBezTo>
                  <a:pt x="1141469" y="544551"/>
                  <a:pt x="1142702" y="543806"/>
                  <a:pt x="1143448" y="542888"/>
                </a:cubicBezTo>
                <a:cubicBezTo>
                  <a:pt x="1144194" y="541970"/>
                  <a:pt x="1144566" y="540937"/>
                  <a:pt x="1144566" y="539790"/>
                </a:cubicBezTo>
                <a:lnTo>
                  <a:pt x="1144566" y="360308"/>
                </a:lnTo>
                <a:lnTo>
                  <a:pt x="1200321" y="360308"/>
                </a:lnTo>
                <a:cubicBezTo>
                  <a:pt x="1201354" y="360308"/>
                  <a:pt x="1202300" y="359964"/>
                  <a:pt x="1203161" y="359276"/>
                </a:cubicBezTo>
                <a:cubicBezTo>
                  <a:pt x="1204021" y="358587"/>
                  <a:pt x="1204738" y="357526"/>
                  <a:pt x="1205312" y="356092"/>
                </a:cubicBezTo>
                <a:cubicBezTo>
                  <a:pt x="1205885" y="354658"/>
                  <a:pt x="1206315" y="352765"/>
                  <a:pt x="1206602" y="350413"/>
                </a:cubicBezTo>
                <a:cubicBezTo>
                  <a:pt x="1206889" y="348062"/>
                  <a:pt x="1207032" y="345222"/>
                  <a:pt x="1207032" y="341895"/>
                </a:cubicBezTo>
                <a:cubicBezTo>
                  <a:pt x="1207032" y="338454"/>
                  <a:pt x="1206889" y="335528"/>
                  <a:pt x="1206602" y="333119"/>
                </a:cubicBezTo>
                <a:cubicBezTo>
                  <a:pt x="1206315" y="330710"/>
                  <a:pt x="1205885" y="328788"/>
                  <a:pt x="1205312" y="327354"/>
                </a:cubicBezTo>
                <a:cubicBezTo>
                  <a:pt x="1204738" y="325920"/>
                  <a:pt x="1204021" y="324888"/>
                  <a:pt x="1203161" y="324257"/>
                </a:cubicBezTo>
                <a:cubicBezTo>
                  <a:pt x="1202300" y="323626"/>
                  <a:pt x="1201354" y="323310"/>
                  <a:pt x="1200321" y="323310"/>
                </a:cubicBezTo>
                <a:close/>
                <a:moveTo>
                  <a:pt x="405542" y="323310"/>
                </a:moveTo>
                <a:cubicBezTo>
                  <a:pt x="401756" y="323310"/>
                  <a:pt x="398572" y="324429"/>
                  <a:pt x="395991" y="326666"/>
                </a:cubicBezTo>
                <a:cubicBezTo>
                  <a:pt x="393410" y="328903"/>
                  <a:pt x="392119" y="332545"/>
                  <a:pt x="392119" y="337593"/>
                </a:cubicBezTo>
                <a:lnTo>
                  <a:pt x="392119" y="539790"/>
                </a:lnTo>
                <a:cubicBezTo>
                  <a:pt x="392119" y="540937"/>
                  <a:pt x="392463" y="541970"/>
                  <a:pt x="393152" y="542888"/>
                </a:cubicBezTo>
                <a:cubicBezTo>
                  <a:pt x="393840" y="543806"/>
                  <a:pt x="395045" y="544551"/>
                  <a:pt x="396765" y="545125"/>
                </a:cubicBezTo>
                <a:cubicBezTo>
                  <a:pt x="398486" y="545698"/>
                  <a:pt x="400809" y="546157"/>
                  <a:pt x="403735" y="546501"/>
                </a:cubicBezTo>
                <a:cubicBezTo>
                  <a:pt x="406660" y="546846"/>
                  <a:pt x="410303" y="547018"/>
                  <a:pt x="414662" y="547018"/>
                </a:cubicBezTo>
                <a:cubicBezTo>
                  <a:pt x="419136" y="547018"/>
                  <a:pt x="422807" y="546846"/>
                  <a:pt x="425675" y="546501"/>
                </a:cubicBezTo>
                <a:cubicBezTo>
                  <a:pt x="428543" y="546157"/>
                  <a:pt x="430838" y="545698"/>
                  <a:pt x="432559" y="545125"/>
                </a:cubicBezTo>
                <a:cubicBezTo>
                  <a:pt x="434279" y="544551"/>
                  <a:pt x="435513" y="543806"/>
                  <a:pt x="436258" y="542888"/>
                </a:cubicBezTo>
                <a:cubicBezTo>
                  <a:pt x="437004" y="541970"/>
                  <a:pt x="437377" y="540937"/>
                  <a:pt x="437377" y="539790"/>
                </a:cubicBezTo>
                <a:lnTo>
                  <a:pt x="437377" y="454953"/>
                </a:lnTo>
                <a:lnTo>
                  <a:pt x="451488" y="454953"/>
                </a:lnTo>
                <a:cubicBezTo>
                  <a:pt x="456306" y="454953"/>
                  <a:pt x="460551" y="455699"/>
                  <a:pt x="464222" y="457191"/>
                </a:cubicBezTo>
                <a:cubicBezTo>
                  <a:pt x="467893" y="458682"/>
                  <a:pt x="471134" y="460890"/>
                  <a:pt x="473944" y="463816"/>
                </a:cubicBezTo>
                <a:cubicBezTo>
                  <a:pt x="476755" y="466741"/>
                  <a:pt x="479308" y="470384"/>
                  <a:pt x="481602" y="474743"/>
                </a:cubicBezTo>
                <a:cubicBezTo>
                  <a:pt x="483897" y="479102"/>
                  <a:pt x="486248" y="484093"/>
                  <a:pt x="488658" y="489714"/>
                </a:cubicBezTo>
                <a:lnTo>
                  <a:pt x="508619" y="539446"/>
                </a:lnTo>
                <a:cubicBezTo>
                  <a:pt x="509078" y="540823"/>
                  <a:pt x="509652" y="541999"/>
                  <a:pt x="510340" y="542974"/>
                </a:cubicBezTo>
                <a:cubicBezTo>
                  <a:pt x="511028" y="543949"/>
                  <a:pt x="512204" y="544752"/>
                  <a:pt x="513868" y="545383"/>
                </a:cubicBezTo>
                <a:cubicBezTo>
                  <a:pt x="515531" y="546014"/>
                  <a:pt x="517797" y="546444"/>
                  <a:pt x="520665" y="546674"/>
                </a:cubicBezTo>
                <a:cubicBezTo>
                  <a:pt x="523533" y="546903"/>
                  <a:pt x="527376" y="547018"/>
                  <a:pt x="532194" y="547018"/>
                </a:cubicBezTo>
                <a:cubicBezTo>
                  <a:pt x="537931" y="547018"/>
                  <a:pt x="542462" y="546903"/>
                  <a:pt x="545789" y="546674"/>
                </a:cubicBezTo>
                <a:cubicBezTo>
                  <a:pt x="549116" y="546444"/>
                  <a:pt x="551640" y="546043"/>
                  <a:pt x="553361" y="545469"/>
                </a:cubicBezTo>
                <a:cubicBezTo>
                  <a:pt x="555081" y="544895"/>
                  <a:pt x="556171" y="544178"/>
                  <a:pt x="556630" y="543318"/>
                </a:cubicBezTo>
                <a:cubicBezTo>
                  <a:pt x="557089" y="542458"/>
                  <a:pt x="557318" y="541396"/>
                  <a:pt x="557318" y="540134"/>
                </a:cubicBezTo>
                <a:cubicBezTo>
                  <a:pt x="557318" y="538987"/>
                  <a:pt x="557032" y="537410"/>
                  <a:pt x="556458" y="535402"/>
                </a:cubicBezTo>
                <a:cubicBezTo>
                  <a:pt x="555884" y="533395"/>
                  <a:pt x="554737" y="530211"/>
                  <a:pt x="553016" y="525852"/>
                </a:cubicBezTo>
                <a:lnTo>
                  <a:pt x="534259" y="481971"/>
                </a:lnTo>
                <a:cubicBezTo>
                  <a:pt x="532080" y="476693"/>
                  <a:pt x="529843" y="471961"/>
                  <a:pt x="527548" y="467774"/>
                </a:cubicBezTo>
                <a:cubicBezTo>
                  <a:pt x="525254" y="463586"/>
                  <a:pt x="522816" y="459858"/>
                  <a:pt x="520235" y="456588"/>
                </a:cubicBezTo>
                <a:cubicBezTo>
                  <a:pt x="517653" y="453319"/>
                  <a:pt x="514900" y="450537"/>
                  <a:pt x="511975" y="448242"/>
                </a:cubicBezTo>
                <a:cubicBezTo>
                  <a:pt x="509049" y="445948"/>
                  <a:pt x="505923" y="443998"/>
                  <a:pt x="502596" y="442391"/>
                </a:cubicBezTo>
                <a:cubicBezTo>
                  <a:pt x="509480" y="440212"/>
                  <a:pt x="515617" y="437344"/>
                  <a:pt x="521009" y="433787"/>
                </a:cubicBezTo>
                <a:cubicBezTo>
                  <a:pt x="526401" y="430231"/>
                  <a:pt x="530932" y="426044"/>
                  <a:pt x="534604" y="421225"/>
                </a:cubicBezTo>
                <a:cubicBezTo>
                  <a:pt x="538275" y="416407"/>
                  <a:pt x="541057" y="410929"/>
                  <a:pt x="542950" y="404791"/>
                </a:cubicBezTo>
                <a:cubicBezTo>
                  <a:pt x="544842" y="398654"/>
                  <a:pt x="545789" y="391857"/>
                  <a:pt x="545789" y="384400"/>
                </a:cubicBezTo>
                <a:cubicBezTo>
                  <a:pt x="545789" y="375566"/>
                  <a:pt x="544470" y="367736"/>
                  <a:pt x="541831" y="360910"/>
                </a:cubicBezTo>
                <a:cubicBezTo>
                  <a:pt x="539192" y="354084"/>
                  <a:pt x="535378" y="348176"/>
                  <a:pt x="530388" y="343186"/>
                </a:cubicBezTo>
                <a:cubicBezTo>
                  <a:pt x="525397" y="338195"/>
                  <a:pt x="519317" y="334152"/>
                  <a:pt x="512147" y="331054"/>
                </a:cubicBezTo>
                <a:cubicBezTo>
                  <a:pt x="504977" y="327957"/>
                  <a:pt x="496917" y="325777"/>
                  <a:pt x="487969" y="324515"/>
                </a:cubicBezTo>
                <a:cubicBezTo>
                  <a:pt x="484872" y="324171"/>
                  <a:pt x="481430" y="323884"/>
                  <a:pt x="477644" y="323655"/>
                </a:cubicBezTo>
                <a:cubicBezTo>
                  <a:pt x="473858" y="323425"/>
                  <a:pt x="469040" y="323310"/>
                  <a:pt x="463189" y="323310"/>
                </a:cubicBezTo>
                <a:close/>
                <a:moveTo>
                  <a:pt x="243617" y="323310"/>
                </a:moveTo>
                <a:cubicBezTo>
                  <a:pt x="239831" y="323310"/>
                  <a:pt x="236647" y="324429"/>
                  <a:pt x="234066" y="326666"/>
                </a:cubicBezTo>
                <a:cubicBezTo>
                  <a:pt x="231485" y="328903"/>
                  <a:pt x="230194" y="332545"/>
                  <a:pt x="230194" y="337593"/>
                </a:cubicBezTo>
                <a:lnTo>
                  <a:pt x="230194" y="539446"/>
                </a:lnTo>
                <a:cubicBezTo>
                  <a:pt x="230194" y="540708"/>
                  <a:pt x="230567" y="541798"/>
                  <a:pt x="231313" y="542716"/>
                </a:cubicBezTo>
                <a:cubicBezTo>
                  <a:pt x="232058" y="543633"/>
                  <a:pt x="233292" y="544408"/>
                  <a:pt x="235013" y="545039"/>
                </a:cubicBezTo>
                <a:cubicBezTo>
                  <a:pt x="236733" y="545670"/>
                  <a:pt x="239056" y="546157"/>
                  <a:pt x="241982" y="546501"/>
                </a:cubicBezTo>
                <a:cubicBezTo>
                  <a:pt x="244907" y="546846"/>
                  <a:pt x="248550" y="547018"/>
                  <a:pt x="252909" y="547018"/>
                </a:cubicBezTo>
                <a:cubicBezTo>
                  <a:pt x="257383" y="547018"/>
                  <a:pt x="261054" y="546846"/>
                  <a:pt x="263922" y="546501"/>
                </a:cubicBezTo>
                <a:cubicBezTo>
                  <a:pt x="266790" y="546157"/>
                  <a:pt x="269114" y="545670"/>
                  <a:pt x="270892" y="545039"/>
                </a:cubicBezTo>
                <a:cubicBezTo>
                  <a:pt x="272670" y="544408"/>
                  <a:pt x="273903" y="543633"/>
                  <a:pt x="274592" y="542716"/>
                </a:cubicBezTo>
                <a:cubicBezTo>
                  <a:pt x="275280" y="541798"/>
                  <a:pt x="275624" y="540708"/>
                  <a:pt x="275624" y="539446"/>
                </a:cubicBezTo>
                <a:lnTo>
                  <a:pt x="275624" y="456502"/>
                </a:lnTo>
                <a:lnTo>
                  <a:pt x="343941" y="456502"/>
                </a:lnTo>
                <a:cubicBezTo>
                  <a:pt x="344973" y="456502"/>
                  <a:pt x="345891" y="456187"/>
                  <a:pt x="346694" y="455556"/>
                </a:cubicBezTo>
                <a:cubicBezTo>
                  <a:pt x="347497" y="454925"/>
                  <a:pt x="348214" y="453864"/>
                  <a:pt x="348845" y="452372"/>
                </a:cubicBezTo>
                <a:cubicBezTo>
                  <a:pt x="349476" y="450881"/>
                  <a:pt x="349935" y="448988"/>
                  <a:pt x="350222" y="446694"/>
                </a:cubicBezTo>
                <a:cubicBezTo>
                  <a:pt x="350509" y="444399"/>
                  <a:pt x="350652" y="441531"/>
                  <a:pt x="350652" y="438089"/>
                </a:cubicBezTo>
                <a:cubicBezTo>
                  <a:pt x="350652" y="434648"/>
                  <a:pt x="350509" y="431780"/>
                  <a:pt x="350222" y="429485"/>
                </a:cubicBezTo>
                <a:cubicBezTo>
                  <a:pt x="349935" y="427191"/>
                  <a:pt x="349476" y="425355"/>
                  <a:pt x="348845" y="423979"/>
                </a:cubicBezTo>
                <a:cubicBezTo>
                  <a:pt x="348214" y="422602"/>
                  <a:pt x="347497" y="421627"/>
                  <a:pt x="346694" y="421053"/>
                </a:cubicBezTo>
                <a:cubicBezTo>
                  <a:pt x="345891" y="420480"/>
                  <a:pt x="344973" y="420193"/>
                  <a:pt x="343941" y="420193"/>
                </a:cubicBezTo>
                <a:lnTo>
                  <a:pt x="275624" y="420193"/>
                </a:lnTo>
                <a:lnTo>
                  <a:pt x="275624" y="360308"/>
                </a:lnTo>
                <a:lnTo>
                  <a:pt x="348415" y="360308"/>
                </a:lnTo>
                <a:cubicBezTo>
                  <a:pt x="349447" y="360308"/>
                  <a:pt x="350365" y="359964"/>
                  <a:pt x="351168" y="359276"/>
                </a:cubicBezTo>
                <a:cubicBezTo>
                  <a:pt x="351971" y="358587"/>
                  <a:pt x="352688" y="357555"/>
                  <a:pt x="353319" y="356178"/>
                </a:cubicBezTo>
                <a:cubicBezTo>
                  <a:pt x="353950" y="354801"/>
                  <a:pt x="354409" y="352937"/>
                  <a:pt x="354696" y="350585"/>
                </a:cubicBezTo>
                <a:cubicBezTo>
                  <a:pt x="354983" y="348234"/>
                  <a:pt x="355126" y="345337"/>
                  <a:pt x="355126" y="341895"/>
                </a:cubicBezTo>
                <a:cubicBezTo>
                  <a:pt x="355126" y="338454"/>
                  <a:pt x="354983" y="335528"/>
                  <a:pt x="354696" y="333119"/>
                </a:cubicBezTo>
                <a:cubicBezTo>
                  <a:pt x="354409" y="330710"/>
                  <a:pt x="353950" y="328788"/>
                  <a:pt x="353319" y="327354"/>
                </a:cubicBezTo>
                <a:cubicBezTo>
                  <a:pt x="352688" y="325920"/>
                  <a:pt x="351971" y="324888"/>
                  <a:pt x="351168" y="324257"/>
                </a:cubicBezTo>
                <a:cubicBezTo>
                  <a:pt x="350365" y="323626"/>
                  <a:pt x="349447" y="323310"/>
                  <a:pt x="348415" y="323310"/>
                </a:cubicBezTo>
                <a:close/>
                <a:moveTo>
                  <a:pt x="1565592" y="322622"/>
                </a:moveTo>
                <a:cubicBezTo>
                  <a:pt x="1561462" y="322622"/>
                  <a:pt x="1558078" y="322765"/>
                  <a:pt x="1555439" y="323052"/>
                </a:cubicBezTo>
                <a:cubicBezTo>
                  <a:pt x="1552800" y="323339"/>
                  <a:pt x="1550678" y="323827"/>
                  <a:pt x="1549072" y="324515"/>
                </a:cubicBezTo>
                <a:cubicBezTo>
                  <a:pt x="1547466" y="325203"/>
                  <a:pt x="1546319" y="326006"/>
                  <a:pt x="1545630" y="326924"/>
                </a:cubicBezTo>
                <a:cubicBezTo>
                  <a:pt x="1544942" y="327842"/>
                  <a:pt x="1544598" y="328874"/>
                  <a:pt x="1544598" y="330022"/>
                </a:cubicBezTo>
                <a:lnTo>
                  <a:pt x="1544598" y="434476"/>
                </a:lnTo>
                <a:cubicBezTo>
                  <a:pt x="1544598" y="442391"/>
                  <a:pt x="1544684" y="450709"/>
                  <a:pt x="1544856" y="459428"/>
                </a:cubicBezTo>
                <a:cubicBezTo>
                  <a:pt x="1545028" y="468147"/>
                  <a:pt x="1545286" y="476521"/>
                  <a:pt x="1545630" y="484552"/>
                </a:cubicBezTo>
                <a:lnTo>
                  <a:pt x="1545458" y="484552"/>
                </a:lnTo>
                <a:cubicBezTo>
                  <a:pt x="1543393" y="479963"/>
                  <a:pt x="1541271" y="475374"/>
                  <a:pt x="1539091" y="470785"/>
                </a:cubicBezTo>
                <a:cubicBezTo>
                  <a:pt x="1536911" y="466196"/>
                  <a:pt x="1534674" y="461521"/>
                  <a:pt x="1532380" y="456760"/>
                </a:cubicBezTo>
                <a:cubicBezTo>
                  <a:pt x="1530085" y="451999"/>
                  <a:pt x="1527705" y="447238"/>
                  <a:pt x="1525238" y="442477"/>
                </a:cubicBezTo>
                <a:cubicBezTo>
                  <a:pt x="1522772" y="437717"/>
                  <a:pt x="1520277" y="432870"/>
                  <a:pt x="1517753" y="427937"/>
                </a:cubicBezTo>
                <a:lnTo>
                  <a:pt x="1474388" y="346541"/>
                </a:lnTo>
                <a:cubicBezTo>
                  <a:pt x="1472208" y="342067"/>
                  <a:pt x="1470086" y="338310"/>
                  <a:pt x="1468021" y="335270"/>
                </a:cubicBezTo>
                <a:cubicBezTo>
                  <a:pt x="1465956" y="332230"/>
                  <a:pt x="1463748" y="329849"/>
                  <a:pt x="1461396" y="328129"/>
                </a:cubicBezTo>
                <a:cubicBezTo>
                  <a:pt x="1459044" y="326408"/>
                  <a:pt x="1456377" y="325175"/>
                  <a:pt x="1453394" y="324429"/>
                </a:cubicBezTo>
                <a:cubicBezTo>
                  <a:pt x="1450411" y="323683"/>
                  <a:pt x="1446740" y="323310"/>
                  <a:pt x="1442381" y="323310"/>
                </a:cubicBezTo>
                <a:lnTo>
                  <a:pt x="1418117" y="323310"/>
                </a:lnTo>
                <a:cubicBezTo>
                  <a:pt x="1413528" y="323310"/>
                  <a:pt x="1409656" y="324658"/>
                  <a:pt x="1406502" y="327354"/>
                </a:cubicBezTo>
                <a:cubicBezTo>
                  <a:pt x="1403347" y="330050"/>
                  <a:pt x="1401769" y="334094"/>
                  <a:pt x="1401769" y="339486"/>
                </a:cubicBezTo>
                <a:lnTo>
                  <a:pt x="1401769" y="539618"/>
                </a:lnTo>
                <a:cubicBezTo>
                  <a:pt x="1401769" y="540765"/>
                  <a:pt x="1402056" y="541798"/>
                  <a:pt x="1402630" y="542716"/>
                </a:cubicBezTo>
                <a:cubicBezTo>
                  <a:pt x="1403203" y="543633"/>
                  <a:pt x="1404236" y="544408"/>
                  <a:pt x="1405727" y="545039"/>
                </a:cubicBezTo>
                <a:cubicBezTo>
                  <a:pt x="1407219" y="545670"/>
                  <a:pt x="1409283" y="546157"/>
                  <a:pt x="1411922" y="546501"/>
                </a:cubicBezTo>
                <a:cubicBezTo>
                  <a:pt x="1414561" y="546846"/>
                  <a:pt x="1417888" y="547018"/>
                  <a:pt x="1421903" y="547018"/>
                </a:cubicBezTo>
                <a:cubicBezTo>
                  <a:pt x="1426033" y="547018"/>
                  <a:pt x="1429417" y="546846"/>
                  <a:pt x="1432056" y="546501"/>
                </a:cubicBezTo>
                <a:cubicBezTo>
                  <a:pt x="1434694" y="546157"/>
                  <a:pt x="1436788" y="545670"/>
                  <a:pt x="1438337" y="545039"/>
                </a:cubicBezTo>
                <a:cubicBezTo>
                  <a:pt x="1439886" y="544408"/>
                  <a:pt x="1440975" y="543633"/>
                  <a:pt x="1441606" y="542716"/>
                </a:cubicBezTo>
                <a:cubicBezTo>
                  <a:pt x="1442237" y="541798"/>
                  <a:pt x="1442553" y="540765"/>
                  <a:pt x="1442553" y="539618"/>
                </a:cubicBezTo>
                <a:lnTo>
                  <a:pt x="1442553" y="423118"/>
                </a:lnTo>
                <a:cubicBezTo>
                  <a:pt x="1442553" y="414399"/>
                  <a:pt x="1442438" y="405939"/>
                  <a:pt x="1442209" y="397736"/>
                </a:cubicBezTo>
                <a:cubicBezTo>
                  <a:pt x="1441979" y="389533"/>
                  <a:pt x="1441635" y="381302"/>
                  <a:pt x="1441176" y="373042"/>
                </a:cubicBezTo>
                <a:lnTo>
                  <a:pt x="1441520" y="373042"/>
                </a:lnTo>
                <a:cubicBezTo>
                  <a:pt x="1444159" y="379811"/>
                  <a:pt x="1447142" y="386780"/>
                  <a:pt x="1450469" y="393950"/>
                </a:cubicBezTo>
                <a:cubicBezTo>
                  <a:pt x="1453795" y="401120"/>
                  <a:pt x="1457065" y="407803"/>
                  <a:pt x="1460277" y="413998"/>
                </a:cubicBezTo>
                <a:lnTo>
                  <a:pt x="1515688" y="518108"/>
                </a:lnTo>
                <a:cubicBezTo>
                  <a:pt x="1518556" y="523844"/>
                  <a:pt x="1521137" y="528519"/>
                  <a:pt x="1523432" y="532133"/>
                </a:cubicBezTo>
                <a:cubicBezTo>
                  <a:pt x="1525726" y="535746"/>
                  <a:pt x="1528106" y="538614"/>
                  <a:pt x="1530573" y="540737"/>
                </a:cubicBezTo>
                <a:cubicBezTo>
                  <a:pt x="1533039" y="542859"/>
                  <a:pt x="1535736" y="544322"/>
                  <a:pt x="1538661" y="545125"/>
                </a:cubicBezTo>
                <a:cubicBezTo>
                  <a:pt x="1541586" y="545928"/>
                  <a:pt x="1545057" y="546329"/>
                  <a:pt x="1549072" y="546329"/>
                </a:cubicBezTo>
                <a:lnTo>
                  <a:pt x="1568345" y="546329"/>
                </a:lnTo>
                <a:cubicBezTo>
                  <a:pt x="1570525" y="546329"/>
                  <a:pt x="1572676" y="546014"/>
                  <a:pt x="1574798" y="545383"/>
                </a:cubicBezTo>
                <a:cubicBezTo>
                  <a:pt x="1576921" y="544752"/>
                  <a:pt x="1578756" y="543748"/>
                  <a:pt x="1580305" y="542371"/>
                </a:cubicBezTo>
                <a:cubicBezTo>
                  <a:pt x="1581854" y="540995"/>
                  <a:pt x="1583087" y="539274"/>
                  <a:pt x="1584005" y="537209"/>
                </a:cubicBezTo>
                <a:cubicBezTo>
                  <a:pt x="1584922" y="535144"/>
                  <a:pt x="1585381" y="532792"/>
                  <a:pt x="1585381" y="530154"/>
                </a:cubicBezTo>
                <a:lnTo>
                  <a:pt x="1585381" y="330022"/>
                </a:lnTo>
                <a:cubicBezTo>
                  <a:pt x="1585381" y="328874"/>
                  <a:pt x="1585095" y="327842"/>
                  <a:pt x="1584521" y="326924"/>
                </a:cubicBezTo>
                <a:cubicBezTo>
                  <a:pt x="1583947" y="326006"/>
                  <a:pt x="1582944" y="325203"/>
                  <a:pt x="1581509" y="324515"/>
                </a:cubicBezTo>
                <a:cubicBezTo>
                  <a:pt x="1580075" y="323827"/>
                  <a:pt x="1578039" y="323339"/>
                  <a:pt x="1575401" y="323052"/>
                </a:cubicBezTo>
                <a:cubicBezTo>
                  <a:pt x="1572762" y="322765"/>
                  <a:pt x="1569492" y="322622"/>
                  <a:pt x="1565592" y="322622"/>
                </a:cubicBezTo>
                <a:close/>
                <a:moveTo>
                  <a:pt x="994092" y="322622"/>
                </a:moveTo>
                <a:cubicBezTo>
                  <a:pt x="989962" y="322622"/>
                  <a:pt x="986578" y="322765"/>
                  <a:pt x="983939" y="323052"/>
                </a:cubicBezTo>
                <a:cubicBezTo>
                  <a:pt x="981300" y="323339"/>
                  <a:pt x="979178" y="323827"/>
                  <a:pt x="977572" y="324515"/>
                </a:cubicBezTo>
                <a:cubicBezTo>
                  <a:pt x="975966" y="325203"/>
                  <a:pt x="974819" y="326006"/>
                  <a:pt x="974130" y="326924"/>
                </a:cubicBezTo>
                <a:cubicBezTo>
                  <a:pt x="973442" y="327842"/>
                  <a:pt x="973098" y="328874"/>
                  <a:pt x="973098" y="330022"/>
                </a:cubicBezTo>
                <a:lnTo>
                  <a:pt x="973098" y="434476"/>
                </a:lnTo>
                <a:cubicBezTo>
                  <a:pt x="973098" y="442391"/>
                  <a:pt x="973184" y="450709"/>
                  <a:pt x="973356" y="459428"/>
                </a:cubicBezTo>
                <a:cubicBezTo>
                  <a:pt x="973528" y="468147"/>
                  <a:pt x="973786" y="476521"/>
                  <a:pt x="974130" y="484552"/>
                </a:cubicBezTo>
                <a:lnTo>
                  <a:pt x="973958" y="484552"/>
                </a:lnTo>
                <a:cubicBezTo>
                  <a:pt x="971893" y="479963"/>
                  <a:pt x="969771" y="475374"/>
                  <a:pt x="967591" y="470785"/>
                </a:cubicBezTo>
                <a:cubicBezTo>
                  <a:pt x="965411" y="466196"/>
                  <a:pt x="963174" y="461521"/>
                  <a:pt x="960880" y="456760"/>
                </a:cubicBezTo>
                <a:cubicBezTo>
                  <a:pt x="958586" y="451999"/>
                  <a:pt x="956205" y="447238"/>
                  <a:pt x="953739" y="442477"/>
                </a:cubicBezTo>
                <a:cubicBezTo>
                  <a:pt x="951272" y="437717"/>
                  <a:pt x="948777" y="432870"/>
                  <a:pt x="946253" y="427937"/>
                </a:cubicBezTo>
                <a:lnTo>
                  <a:pt x="902888" y="346541"/>
                </a:lnTo>
                <a:cubicBezTo>
                  <a:pt x="900708" y="342067"/>
                  <a:pt x="898586" y="338310"/>
                  <a:pt x="896521" y="335270"/>
                </a:cubicBezTo>
                <a:cubicBezTo>
                  <a:pt x="894456" y="332230"/>
                  <a:pt x="892248" y="329849"/>
                  <a:pt x="889896" y="328129"/>
                </a:cubicBezTo>
                <a:cubicBezTo>
                  <a:pt x="887544" y="326408"/>
                  <a:pt x="884877" y="325175"/>
                  <a:pt x="881894" y="324429"/>
                </a:cubicBezTo>
                <a:cubicBezTo>
                  <a:pt x="878911" y="323683"/>
                  <a:pt x="875240" y="323310"/>
                  <a:pt x="870881" y="323310"/>
                </a:cubicBezTo>
                <a:lnTo>
                  <a:pt x="846617" y="323310"/>
                </a:lnTo>
                <a:cubicBezTo>
                  <a:pt x="842028" y="323310"/>
                  <a:pt x="838156" y="324658"/>
                  <a:pt x="835002" y="327354"/>
                </a:cubicBezTo>
                <a:cubicBezTo>
                  <a:pt x="831847" y="330050"/>
                  <a:pt x="830269" y="334094"/>
                  <a:pt x="830269" y="339486"/>
                </a:cubicBezTo>
                <a:lnTo>
                  <a:pt x="830269" y="539618"/>
                </a:lnTo>
                <a:cubicBezTo>
                  <a:pt x="830269" y="540765"/>
                  <a:pt x="830556" y="541798"/>
                  <a:pt x="831130" y="542716"/>
                </a:cubicBezTo>
                <a:cubicBezTo>
                  <a:pt x="831703" y="543633"/>
                  <a:pt x="832736" y="544408"/>
                  <a:pt x="834227" y="545039"/>
                </a:cubicBezTo>
                <a:cubicBezTo>
                  <a:pt x="835719" y="545670"/>
                  <a:pt x="837784" y="546157"/>
                  <a:pt x="840422" y="546501"/>
                </a:cubicBezTo>
                <a:cubicBezTo>
                  <a:pt x="843061" y="546846"/>
                  <a:pt x="846388" y="547018"/>
                  <a:pt x="850403" y="547018"/>
                </a:cubicBezTo>
                <a:cubicBezTo>
                  <a:pt x="854533" y="547018"/>
                  <a:pt x="857917" y="546846"/>
                  <a:pt x="860556" y="546501"/>
                </a:cubicBezTo>
                <a:cubicBezTo>
                  <a:pt x="863194" y="546157"/>
                  <a:pt x="865288" y="545670"/>
                  <a:pt x="866837" y="545039"/>
                </a:cubicBezTo>
                <a:cubicBezTo>
                  <a:pt x="868386" y="544408"/>
                  <a:pt x="869475" y="543633"/>
                  <a:pt x="870106" y="542716"/>
                </a:cubicBezTo>
                <a:cubicBezTo>
                  <a:pt x="870737" y="541798"/>
                  <a:pt x="871053" y="540765"/>
                  <a:pt x="871053" y="539618"/>
                </a:cubicBezTo>
                <a:lnTo>
                  <a:pt x="871053" y="423118"/>
                </a:lnTo>
                <a:cubicBezTo>
                  <a:pt x="871053" y="414399"/>
                  <a:pt x="870938" y="405939"/>
                  <a:pt x="870709" y="397736"/>
                </a:cubicBezTo>
                <a:cubicBezTo>
                  <a:pt x="870479" y="389533"/>
                  <a:pt x="870135" y="381302"/>
                  <a:pt x="869676" y="373042"/>
                </a:cubicBezTo>
                <a:lnTo>
                  <a:pt x="870020" y="373042"/>
                </a:lnTo>
                <a:cubicBezTo>
                  <a:pt x="872659" y="379811"/>
                  <a:pt x="875642" y="386780"/>
                  <a:pt x="878969" y="393950"/>
                </a:cubicBezTo>
                <a:cubicBezTo>
                  <a:pt x="882296" y="401120"/>
                  <a:pt x="885565" y="407803"/>
                  <a:pt x="888777" y="413998"/>
                </a:cubicBezTo>
                <a:lnTo>
                  <a:pt x="944188" y="518108"/>
                </a:lnTo>
                <a:cubicBezTo>
                  <a:pt x="947056" y="523844"/>
                  <a:pt x="949637" y="528519"/>
                  <a:pt x="951932" y="532133"/>
                </a:cubicBezTo>
                <a:cubicBezTo>
                  <a:pt x="954226" y="535746"/>
                  <a:pt x="956607" y="538614"/>
                  <a:pt x="959073" y="540737"/>
                </a:cubicBezTo>
                <a:cubicBezTo>
                  <a:pt x="961540" y="542859"/>
                  <a:pt x="964236" y="544322"/>
                  <a:pt x="967161" y="545125"/>
                </a:cubicBezTo>
                <a:cubicBezTo>
                  <a:pt x="970086" y="545928"/>
                  <a:pt x="973557" y="546329"/>
                  <a:pt x="977572" y="546329"/>
                </a:cubicBezTo>
                <a:lnTo>
                  <a:pt x="996845" y="546329"/>
                </a:lnTo>
                <a:cubicBezTo>
                  <a:pt x="999025" y="546329"/>
                  <a:pt x="1001176" y="546014"/>
                  <a:pt x="1003298" y="545383"/>
                </a:cubicBezTo>
                <a:cubicBezTo>
                  <a:pt x="1005421" y="544752"/>
                  <a:pt x="1007256" y="543748"/>
                  <a:pt x="1008805" y="542371"/>
                </a:cubicBezTo>
                <a:cubicBezTo>
                  <a:pt x="1010354" y="540995"/>
                  <a:pt x="1011587" y="539274"/>
                  <a:pt x="1012505" y="537209"/>
                </a:cubicBezTo>
                <a:cubicBezTo>
                  <a:pt x="1013423" y="535144"/>
                  <a:pt x="1013881" y="532792"/>
                  <a:pt x="1013881" y="530154"/>
                </a:cubicBezTo>
                <a:lnTo>
                  <a:pt x="1013881" y="330022"/>
                </a:lnTo>
                <a:cubicBezTo>
                  <a:pt x="1013881" y="328874"/>
                  <a:pt x="1013595" y="327842"/>
                  <a:pt x="1013021" y="326924"/>
                </a:cubicBezTo>
                <a:cubicBezTo>
                  <a:pt x="1012447" y="326006"/>
                  <a:pt x="1011444" y="325203"/>
                  <a:pt x="1010010" y="324515"/>
                </a:cubicBezTo>
                <a:cubicBezTo>
                  <a:pt x="1008576" y="323827"/>
                  <a:pt x="1006539" y="323339"/>
                  <a:pt x="1003901" y="323052"/>
                </a:cubicBezTo>
                <a:cubicBezTo>
                  <a:pt x="1001262" y="322765"/>
                  <a:pt x="997992" y="322622"/>
                  <a:pt x="994092" y="322622"/>
                </a:cubicBezTo>
                <a:close/>
                <a:moveTo>
                  <a:pt x="689199" y="319352"/>
                </a:moveTo>
                <a:cubicBezTo>
                  <a:pt x="671532" y="319352"/>
                  <a:pt x="656016" y="322048"/>
                  <a:pt x="642650" y="327440"/>
                </a:cubicBezTo>
                <a:cubicBezTo>
                  <a:pt x="629285" y="332832"/>
                  <a:pt x="618071" y="340576"/>
                  <a:pt x="609008" y="350671"/>
                </a:cubicBezTo>
                <a:cubicBezTo>
                  <a:pt x="599945" y="360767"/>
                  <a:pt x="593119" y="373014"/>
                  <a:pt x="588531" y="387411"/>
                </a:cubicBezTo>
                <a:cubicBezTo>
                  <a:pt x="583942" y="401809"/>
                  <a:pt x="581647" y="418013"/>
                  <a:pt x="581647" y="436024"/>
                </a:cubicBezTo>
                <a:cubicBezTo>
                  <a:pt x="581647" y="455642"/>
                  <a:pt x="583798" y="472621"/>
                  <a:pt x="588100" y="486961"/>
                </a:cubicBezTo>
                <a:cubicBezTo>
                  <a:pt x="592402" y="501301"/>
                  <a:pt x="598855" y="513117"/>
                  <a:pt x="607460" y="522410"/>
                </a:cubicBezTo>
                <a:cubicBezTo>
                  <a:pt x="616064" y="531702"/>
                  <a:pt x="626819" y="538614"/>
                  <a:pt x="639725" y="543146"/>
                </a:cubicBezTo>
                <a:cubicBezTo>
                  <a:pt x="652631" y="547677"/>
                  <a:pt x="667746" y="549943"/>
                  <a:pt x="685069" y="549943"/>
                </a:cubicBezTo>
                <a:cubicBezTo>
                  <a:pt x="702621" y="549943"/>
                  <a:pt x="718080" y="547276"/>
                  <a:pt x="731445" y="541941"/>
                </a:cubicBezTo>
                <a:cubicBezTo>
                  <a:pt x="744810" y="536607"/>
                  <a:pt x="756024" y="528863"/>
                  <a:pt x="765087" y="518710"/>
                </a:cubicBezTo>
                <a:cubicBezTo>
                  <a:pt x="774150" y="508557"/>
                  <a:pt x="780976" y="496196"/>
                  <a:pt x="785565" y="481626"/>
                </a:cubicBezTo>
                <a:cubicBezTo>
                  <a:pt x="790154" y="467057"/>
                  <a:pt x="792448" y="450537"/>
                  <a:pt x="792448" y="432067"/>
                </a:cubicBezTo>
                <a:cubicBezTo>
                  <a:pt x="792448" y="412793"/>
                  <a:pt x="790240" y="396073"/>
                  <a:pt x="785823" y="381904"/>
                </a:cubicBezTo>
                <a:cubicBezTo>
                  <a:pt x="781406" y="367736"/>
                  <a:pt x="774867" y="356006"/>
                  <a:pt x="766206" y="346714"/>
                </a:cubicBezTo>
                <a:cubicBezTo>
                  <a:pt x="757544" y="337421"/>
                  <a:pt x="746760" y="330538"/>
                  <a:pt x="733854" y="326064"/>
                </a:cubicBezTo>
                <a:cubicBezTo>
                  <a:pt x="720948" y="321590"/>
                  <a:pt x="706063" y="319352"/>
                  <a:pt x="689199" y="319352"/>
                </a:cubicBezTo>
                <a:close/>
                <a:moveTo>
                  <a:pt x="0" y="0"/>
                </a:moveTo>
                <a:lnTo>
                  <a:pt x="2042160" y="0"/>
                </a:lnTo>
                <a:lnTo>
                  <a:pt x="2042160" y="857000"/>
                </a:lnTo>
                <a:lnTo>
                  <a:pt x="0" y="85700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Document 4"/>
          <p:cNvSpPr/>
          <p:nvPr/>
        </p:nvSpPr>
        <p:spPr>
          <a:xfrm>
            <a:off x="0" y="0"/>
            <a:ext cx="12192000" cy="332307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4BB8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Document 4"/>
          <p:cNvSpPr/>
          <p:nvPr/>
        </p:nvSpPr>
        <p:spPr>
          <a:xfrm>
            <a:off x="0" y="0"/>
            <a:ext cx="12192000" cy="269785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ocument 4"/>
          <p:cNvSpPr/>
          <p:nvPr/>
        </p:nvSpPr>
        <p:spPr>
          <a:xfrm>
            <a:off x="0" y="0"/>
            <a:ext cx="12192000" cy="214884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1591D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48945" y="659130"/>
            <a:ext cx="65627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Project Structure</a:t>
            </a:r>
            <a:endParaRPr lang="en-US" sz="48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80960" y="3323070"/>
            <a:ext cx="3200400" cy="1369620"/>
          </a:xfrm>
          <a:custGeom>
            <a:avLst/>
            <a:gdLst/>
            <a:ahLst/>
            <a:cxnLst/>
            <a:rect l="l" t="t" r="r" b="b"/>
            <a:pathLst>
              <a:path w="2240280" h="716280">
                <a:moveTo>
                  <a:pt x="483983" y="377710"/>
                </a:moveTo>
                <a:lnTo>
                  <a:pt x="510828" y="377710"/>
                </a:lnTo>
                <a:cubicBezTo>
                  <a:pt x="519088" y="377710"/>
                  <a:pt x="525799" y="378456"/>
                  <a:pt x="530961" y="379947"/>
                </a:cubicBezTo>
                <a:cubicBezTo>
                  <a:pt x="536124" y="381439"/>
                  <a:pt x="540368" y="383561"/>
                  <a:pt x="543695" y="386314"/>
                </a:cubicBezTo>
                <a:cubicBezTo>
                  <a:pt x="547022" y="389068"/>
                  <a:pt x="549546" y="392481"/>
                  <a:pt x="551267" y="396553"/>
                </a:cubicBezTo>
                <a:cubicBezTo>
                  <a:pt x="552988" y="400626"/>
                  <a:pt x="553848" y="405243"/>
                  <a:pt x="553848" y="410406"/>
                </a:cubicBezTo>
                <a:cubicBezTo>
                  <a:pt x="553848" y="415339"/>
                  <a:pt x="552959" y="419727"/>
                  <a:pt x="551181" y="423570"/>
                </a:cubicBezTo>
                <a:cubicBezTo>
                  <a:pt x="549403" y="427413"/>
                  <a:pt x="546936" y="430626"/>
                  <a:pt x="543781" y="433207"/>
                </a:cubicBezTo>
                <a:cubicBezTo>
                  <a:pt x="540627" y="435788"/>
                  <a:pt x="536898" y="437738"/>
                  <a:pt x="532596" y="439058"/>
                </a:cubicBezTo>
                <a:cubicBezTo>
                  <a:pt x="528294" y="440377"/>
                  <a:pt x="522988" y="441037"/>
                  <a:pt x="516678" y="441037"/>
                </a:cubicBezTo>
                <a:lnTo>
                  <a:pt x="483983" y="441037"/>
                </a:lnTo>
                <a:close/>
                <a:moveTo>
                  <a:pt x="719629" y="295455"/>
                </a:moveTo>
                <a:lnTo>
                  <a:pt x="719801" y="295455"/>
                </a:lnTo>
                <a:lnTo>
                  <a:pt x="751292" y="390100"/>
                </a:lnTo>
                <a:lnTo>
                  <a:pt x="688138" y="390100"/>
                </a:lnTo>
                <a:close/>
                <a:moveTo>
                  <a:pt x="1675296" y="288399"/>
                </a:moveTo>
                <a:lnTo>
                  <a:pt x="1698183" y="288399"/>
                </a:lnTo>
                <a:cubicBezTo>
                  <a:pt x="1712064" y="288399"/>
                  <a:pt x="1723278" y="290264"/>
                  <a:pt x="1731825" y="293992"/>
                </a:cubicBezTo>
                <a:cubicBezTo>
                  <a:pt x="1740372" y="297720"/>
                  <a:pt x="1747370" y="302912"/>
                  <a:pt x="1752819" y="309565"/>
                </a:cubicBezTo>
                <a:cubicBezTo>
                  <a:pt x="1758268" y="316219"/>
                  <a:pt x="1762226" y="324078"/>
                  <a:pt x="1764693" y="333141"/>
                </a:cubicBezTo>
                <a:cubicBezTo>
                  <a:pt x="1767159" y="342204"/>
                  <a:pt x="1768393" y="352013"/>
                  <a:pt x="1768393" y="362567"/>
                </a:cubicBezTo>
                <a:cubicBezTo>
                  <a:pt x="1768393" y="375416"/>
                  <a:pt x="1766987" y="386658"/>
                  <a:pt x="1764177" y="396295"/>
                </a:cubicBezTo>
                <a:cubicBezTo>
                  <a:pt x="1761366" y="405932"/>
                  <a:pt x="1757121" y="413991"/>
                  <a:pt x="1751442" y="420473"/>
                </a:cubicBezTo>
                <a:cubicBezTo>
                  <a:pt x="1745764" y="426954"/>
                  <a:pt x="1738680" y="431801"/>
                  <a:pt x="1730190" y="435014"/>
                </a:cubicBezTo>
                <a:cubicBezTo>
                  <a:pt x="1721701" y="438226"/>
                  <a:pt x="1711261" y="439832"/>
                  <a:pt x="1698871" y="439832"/>
                </a:cubicBezTo>
                <a:lnTo>
                  <a:pt x="1675296" y="439832"/>
                </a:lnTo>
                <a:close/>
                <a:moveTo>
                  <a:pt x="483983" y="286851"/>
                </a:moveTo>
                <a:lnTo>
                  <a:pt x="506870" y="286851"/>
                </a:lnTo>
                <a:cubicBezTo>
                  <a:pt x="513868" y="286851"/>
                  <a:pt x="519460" y="287482"/>
                  <a:pt x="523648" y="288744"/>
                </a:cubicBezTo>
                <a:cubicBezTo>
                  <a:pt x="527835" y="290005"/>
                  <a:pt x="531305" y="291812"/>
                  <a:pt x="534059" y="294164"/>
                </a:cubicBezTo>
                <a:cubicBezTo>
                  <a:pt x="536812" y="296516"/>
                  <a:pt x="538877" y="299470"/>
                  <a:pt x="540254" y="303026"/>
                </a:cubicBezTo>
                <a:cubicBezTo>
                  <a:pt x="541630" y="306583"/>
                  <a:pt x="542319" y="310598"/>
                  <a:pt x="542319" y="315072"/>
                </a:cubicBezTo>
                <a:cubicBezTo>
                  <a:pt x="542319" y="319087"/>
                  <a:pt x="541688" y="322902"/>
                  <a:pt x="540426" y="326516"/>
                </a:cubicBezTo>
                <a:cubicBezTo>
                  <a:pt x="539164" y="330129"/>
                  <a:pt x="537242" y="333284"/>
                  <a:pt x="534661" y="335980"/>
                </a:cubicBezTo>
                <a:cubicBezTo>
                  <a:pt x="532080" y="338676"/>
                  <a:pt x="528839" y="340798"/>
                  <a:pt x="524938" y="342347"/>
                </a:cubicBezTo>
                <a:cubicBezTo>
                  <a:pt x="521038" y="343896"/>
                  <a:pt x="515818" y="344670"/>
                  <a:pt x="509279" y="344670"/>
                </a:cubicBezTo>
                <a:lnTo>
                  <a:pt x="483983" y="344670"/>
                </a:lnTo>
                <a:close/>
                <a:moveTo>
                  <a:pt x="1643633" y="252950"/>
                </a:moveTo>
                <a:cubicBezTo>
                  <a:pt x="1639847" y="252950"/>
                  <a:pt x="1636663" y="254069"/>
                  <a:pt x="1634082" y="256306"/>
                </a:cubicBezTo>
                <a:cubicBezTo>
                  <a:pt x="1631501" y="258543"/>
                  <a:pt x="1630210" y="262185"/>
                  <a:pt x="1630210" y="267233"/>
                </a:cubicBezTo>
                <a:lnTo>
                  <a:pt x="1630210" y="461342"/>
                </a:lnTo>
                <a:cubicBezTo>
                  <a:pt x="1630210" y="466390"/>
                  <a:pt x="1631501" y="470032"/>
                  <a:pt x="1634082" y="472270"/>
                </a:cubicBezTo>
                <a:cubicBezTo>
                  <a:pt x="1636663" y="474507"/>
                  <a:pt x="1639847" y="475625"/>
                  <a:pt x="1643633" y="475625"/>
                </a:cubicBezTo>
                <a:lnTo>
                  <a:pt x="1696806" y="475625"/>
                </a:lnTo>
                <a:cubicBezTo>
                  <a:pt x="1716538" y="475625"/>
                  <a:pt x="1733546" y="473474"/>
                  <a:pt x="1747829" y="469172"/>
                </a:cubicBezTo>
                <a:cubicBezTo>
                  <a:pt x="1762112" y="464870"/>
                  <a:pt x="1774243" y="458130"/>
                  <a:pt x="1784224" y="448952"/>
                </a:cubicBezTo>
                <a:cubicBezTo>
                  <a:pt x="1794205" y="439775"/>
                  <a:pt x="1801863" y="427930"/>
                  <a:pt x="1807197" y="413417"/>
                </a:cubicBezTo>
                <a:cubicBezTo>
                  <a:pt x="1812532" y="398905"/>
                  <a:pt x="1815199" y="381439"/>
                  <a:pt x="1815199" y="361018"/>
                </a:cubicBezTo>
                <a:cubicBezTo>
                  <a:pt x="1815199" y="343351"/>
                  <a:pt x="1812732" y="327806"/>
                  <a:pt x="1807799" y="314384"/>
                </a:cubicBezTo>
                <a:cubicBezTo>
                  <a:pt x="1802866" y="300961"/>
                  <a:pt x="1795668" y="289690"/>
                  <a:pt x="1786203" y="280570"/>
                </a:cubicBezTo>
                <a:cubicBezTo>
                  <a:pt x="1776739" y="271449"/>
                  <a:pt x="1765094" y="264566"/>
                  <a:pt x="1751270" y="259920"/>
                </a:cubicBezTo>
                <a:cubicBezTo>
                  <a:pt x="1737446" y="255273"/>
                  <a:pt x="1720611" y="252950"/>
                  <a:pt x="1700764" y="252950"/>
                </a:cubicBezTo>
                <a:close/>
                <a:moveTo>
                  <a:pt x="1243583" y="252950"/>
                </a:moveTo>
                <a:cubicBezTo>
                  <a:pt x="1239797" y="252950"/>
                  <a:pt x="1236613" y="254069"/>
                  <a:pt x="1234032" y="256306"/>
                </a:cubicBezTo>
                <a:cubicBezTo>
                  <a:pt x="1231451" y="258543"/>
                  <a:pt x="1230160" y="262185"/>
                  <a:pt x="1230160" y="267233"/>
                </a:cubicBezTo>
                <a:lnTo>
                  <a:pt x="1230160" y="461342"/>
                </a:lnTo>
                <a:cubicBezTo>
                  <a:pt x="1230160" y="466390"/>
                  <a:pt x="1231451" y="470032"/>
                  <a:pt x="1234032" y="472270"/>
                </a:cubicBezTo>
                <a:cubicBezTo>
                  <a:pt x="1236613" y="474507"/>
                  <a:pt x="1239797" y="475625"/>
                  <a:pt x="1243583" y="475625"/>
                </a:cubicBezTo>
                <a:lnTo>
                  <a:pt x="1355436" y="475625"/>
                </a:lnTo>
                <a:cubicBezTo>
                  <a:pt x="1356469" y="475625"/>
                  <a:pt x="1357415" y="475310"/>
                  <a:pt x="1358276" y="474679"/>
                </a:cubicBezTo>
                <a:cubicBezTo>
                  <a:pt x="1359136" y="474048"/>
                  <a:pt x="1359853" y="473044"/>
                  <a:pt x="1360427" y="471667"/>
                </a:cubicBezTo>
                <a:cubicBezTo>
                  <a:pt x="1361000" y="470291"/>
                  <a:pt x="1361431" y="468484"/>
                  <a:pt x="1361717" y="466247"/>
                </a:cubicBezTo>
                <a:cubicBezTo>
                  <a:pt x="1362004" y="464010"/>
                  <a:pt x="1362148" y="461228"/>
                  <a:pt x="1362148" y="457901"/>
                </a:cubicBezTo>
                <a:cubicBezTo>
                  <a:pt x="1362148" y="454574"/>
                  <a:pt x="1362004" y="451792"/>
                  <a:pt x="1361717" y="449555"/>
                </a:cubicBezTo>
                <a:cubicBezTo>
                  <a:pt x="1361431" y="447318"/>
                  <a:pt x="1361000" y="445511"/>
                  <a:pt x="1360427" y="444134"/>
                </a:cubicBezTo>
                <a:cubicBezTo>
                  <a:pt x="1359853" y="442757"/>
                  <a:pt x="1359136" y="441754"/>
                  <a:pt x="1358276" y="441123"/>
                </a:cubicBezTo>
                <a:cubicBezTo>
                  <a:pt x="1357415" y="440492"/>
                  <a:pt x="1356469" y="440176"/>
                  <a:pt x="1355436" y="440176"/>
                </a:cubicBezTo>
                <a:lnTo>
                  <a:pt x="1275246" y="440176"/>
                </a:lnTo>
                <a:lnTo>
                  <a:pt x="1275246" y="377366"/>
                </a:lnTo>
                <a:lnTo>
                  <a:pt x="1342530" y="377366"/>
                </a:lnTo>
                <a:cubicBezTo>
                  <a:pt x="1343563" y="377366"/>
                  <a:pt x="1344509" y="377079"/>
                  <a:pt x="1345370" y="376506"/>
                </a:cubicBezTo>
                <a:cubicBezTo>
                  <a:pt x="1346230" y="375932"/>
                  <a:pt x="1346947" y="374986"/>
                  <a:pt x="1347521" y="373666"/>
                </a:cubicBezTo>
                <a:cubicBezTo>
                  <a:pt x="1348094" y="372347"/>
                  <a:pt x="1348524" y="370597"/>
                  <a:pt x="1348811" y="368418"/>
                </a:cubicBezTo>
                <a:cubicBezTo>
                  <a:pt x="1349098" y="366238"/>
                  <a:pt x="1349241" y="363485"/>
                  <a:pt x="1349241" y="360158"/>
                </a:cubicBezTo>
                <a:cubicBezTo>
                  <a:pt x="1349241" y="356946"/>
                  <a:pt x="1349098" y="354221"/>
                  <a:pt x="1348811" y="351984"/>
                </a:cubicBezTo>
                <a:cubicBezTo>
                  <a:pt x="1348524" y="349747"/>
                  <a:pt x="1348094" y="347969"/>
                  <a:pt x="1347521" y="346649"/>
                </a:cubicBezTo>
                <a:cubicBezTo>
                  <a:pt x="1346947" y="345330"/>
                  <a:pt x="1346230" y="344355"/>
                  <a:pt x="1345370" y="343724"/>
                </a:cubicBezTo>
                <a:cubicBezTo>
                  <a:pt x="1344509" y="343093"/>
                  <a:pt x="1343563" y="342777"/>
                  <a:pt x="1342530" y="342777"/>
                </a:cubicBezTo>
                <a:lnTo>
                  <a:pt x="1275246" y="342777"/>
                </a:lnTo>
                <a:lnTo>
                  <a:pt x="1275246" y="288399"/>
                </a:lnTo>
                <a:lnTo>
                  <a:pt x="1354748" y="288399"/>
                </a:lnTo>
                <a:cubicBezTo>
                  <a:pt x="1355781" y="288399"/>
                  <a:pt x="1356698" y="288084"/>
                  <a:pt x="1357501" y="287453"/>
                </a:cubicBezTo>
                <a:cubicBezTo>
                  <a:pt x="1358304" y="286822"/>
                  <a:pt x="1358993" y="285818"/>
                  <a:pt x="1359566" y="284441"/>
                </a:cubicBezTo>
                <a:cubicBezTo>
                  <a:pt x="1360140" y="283065"/>
                  <a:pt x="1360570" y="281258"/>
                  <a:pt x="1360857" y="279021"/>
                </a:cubicBezTo>
                <a:cubicBezTo>
                  <a:pt x="1361144" y="276784"/>
                  <a:pt x="1361287" y="274059"/>
                  <a:pt x="1361287" y="270847"/>
                </a:cubicBezTo>
                <a:cubicBezTo>
                  <a:pt x="1361287" y="267405"/>
                  <a:pt x="1361144" y="264566"/>
                  <a:pt x="1360857" y="262329"/>
                </a:cubicBezTo>
                <a:cubicBezTo>
                  <a:pt x="1360570" y="260092"/>
                  <a:pt x="1360140" y="258256"/>
                  <a:pt x="1359566" y="256822"/>
                </a:cubicBezTo>
                <a:cubicBezTo>
                  <a:pt x="1358993" y="255388"/>
                  <a:pt x="1358304" y="254384"/>
                  <a:pt x="1357501" y="253811"/>
                </a:cubicBezTo>
                <a:cubicBezTo>
                  <a:pt x="1356698" y="253237"/>
                  <a:pt x="1355781" y="252950"/>
                  <a:pt x="1354748" y="252950"/>
                </a:cubicBezTo>
                <a:close/>
                <a:moveTo>
                  <a:pt x="453008" y="252950"/>
                </a:moveTo>
                <a:cubicBezTo>
                  <a:pt x="449222" y="252950"/>
                  <a:pt x="446038" y="254069"/>
                  <a:pt x="443457" y="256306"/>
                </a:cubicBezTo>
                <a:cubicBezTo>
                  <a:pt x="440876" y="258543"/>
                  <a:pt x="439585" y="262185"/>
                  <a:pt x="439585" y="267233"/>
                </a:cubicBezTo>
                <a:lnTo>
                  <a:pt x="439585" y="461342"/>
                </a:lnTo>
                <a:cubicBezTo>
                  <a:pt x="439585" y="466390"/>
                  <a:pt x="440876" y="470032"/>
                  <a:pt x="443457" y="472270"/>
                </a:cubicBezTo>
                <a:cubicBezTo>
                  <a:pt x="446038" y="474507"/>
                  <a:pt x="449222" y="475625"/>
                  <a:pt x="453008" y="475625"/>
                </a:cubicBezTo>
                <a:lnTo>
                  <a:pt x="512204" y="475625"/>
                </a:lnTo>
                <a:cubicBezTo>
                  <a:pt x="521153" y="475625"/>
                  <a:pt x="529269" y="475080"/>
                  <a:pt x="536554" y="473990"/>
                </a:cubicBezTo>
                <a:cubicBezTo>
                  <a:pt x="543839" y="472901"/>
                  <a:pt x="550693" y="471208"/>
                  <a:pt x="557118" y="468914"/>
                </a:cubicBezTo>
                <a:cubicBezTo>
                  <a:pt x="563542" y="466620"/>
                  <a:pt x="569422" y="463694"/>
                  <a:pt x="574756" y="460138"/>
                </a:cubicBezTo>
                <a:cubicBezTo>
                  <a:pt x="580091" y="456581"/>
                  <a:pt x="584680" y="452337"/>
                  <a:pt x="588523" y="447404"/>
                </a:cubicBezTo>
                <a:cubicBezTo>
                  <a:pt x="592366" y="442471"/>
                  <a:pt x="595377" y="436792"/>
                  <a:pt x="597557" y="430367"/>
                </a:cubicBezTo>
                <a:cubicBezTo>
                  <a:pt x="599737" y="423943"/>
                  <a:pt x="600827" y="416773"/>
                  <a:pt x="600827" y="408857"/>
                </a:cubicBezTo>
                <a:cubicBezTo>
                  <a:pt x="600827" y="401285"/>
                  <a:pt x="599679" y="394460"/>
                  <a:pt x="597385" y="388379"/>
                </a:cubicBezTo>
                <a:cubicBezTo>
                  <a:pt x="595091" y="382299"/>
                  <a:pt x="591964" y="376993"/>
                  <a:pt x="588007" y="372462"/>
                </a:cubicBezTo>
                <a:cubicBezTo>
                  <a:pt x="584049" y="367930"/>
                  <a:pt x="579402" y="364230"/>
                  <a:pt x="574068" y="361362"/>
                </a:cubicBezTo>
                <a:cubicBezTo>
                  <a:pt x="568733" y="358494"/>
                  <a:pt x="562911" y="356487"/>
                  <a:pt x="556601" y="355339"/>
                </a:cubicBezTo>
                <a:cubicBezTo>
                  <a:pt x="561535" y="353504"/>
                  <a:pt x="565923" y="351095"/>
                  <a:pt x="569766" y="348112"/>
                </a:cubicBezTo>
                <a:cubicBezTo>
                  <a:pt x="573609" y="345129"/>
                  <a:pt x="576850" y="341688"/>
                  <a:pt x="579488" y="337787"/>
                </a:cubicBezTo>
                <a:cubicBezTo>
                  <a:pt x="582127" y="333886"/>
                  <a:pt x="584135" y="329556"/>
                  <a:pt x="585511" y="324795"/>
                </a:cubicBezTo>
                <a:cubicBezTo>
                  <a:pt x="586888" y="320034"/>
                  <a:pt x="587576" y="314957"/>
                  <a:pt x="587576" y="309565"/>
                </a:cubicBezTo>
                <a:cubicBezTo>
                  <a:pt x="587576" y="299929"/>
                  <a:pt x="585856" y="291554"/>
                  <a:pt x="582414" y="284441"/>
                </a:cubicBezTo>
                <a:cubicBezTo>
                  <a:pt x="578972" y="277329"/>
                  <a:pt x="574011" y="271449"/>
                  <a:pt x="567529" y="266803"/>
                </a:cubicBezTo>
                <a:cubicBezTo>
                  <a:pt x="561047" y="262157"/>
                  <a:pt x="553074" y="258686"/>
                  <a:pt x="543609" y="256392"/>
                </a:cubicBezTo>
                <a:cubicBezTo>
                  <a:pt x="534145" y="254098"/>
                  <a:pt x="522587" y="252950"/>
                  <a:pt x="508935" y="252950"/>
                </a:cubicBezTo>
                <a:close/>
                <a:moveTo>
                  <a:pt x="1565433" y="252262"/>
                </a:moveTo>
                <a:cubicBezTo>
                  <a:pt x="1561303" y="252262"/>
                  <a:pt x="1557919" y="252405"/>
                  <a:pt x="1555280" y="252692"/>
                </a:cubicBezTo>
                <a:cubicBezTo>
                  <a:pt x="1552641" y="252979"/>
                  <a:pt x="1550519" y="253467"/>
                  <a:pt x="1548913" y="254155"/>
                </a:cubicBezTo>
                <a:cubicBezTo>
                  <a:pt x="1547307" y="254843"/>
                  <a:pt x="1546160" y="255646"/>
                  <a:pt x="1545471" y="256564"/>
                </a:cubicBezTo>
                <a:cubicBezTo>
                  <a:pt x="1544783" y="257482"/>
                  <a:pt x="1544439" y="258514"/>
                  <a:pt x="1544439" y="259662"/>
                </a:cubicBezTo>
                <a:lnTo>
                  <a:pt x="1544439" y="364116"/>
                </a:lnTo>
                <a:cubicBezTo>
                  <a:pt x="1544439" y="372031"/>
                  <a:pt x="1544525" y="380349"/>
                  <a:pt x="1544697" y="389068"/>
                </a:cubicBezTo>
                <a:cubicBezTo>
                  <a:pt x="1544869" y="397786"/>
                  <a:pt x="1545127" y="406161"/>
                  <a:pt x="1545471" y="414192"/>
                </a:cubicBezTo>
                <a:lnTo>
                  <a:pt x="1545299" y="414192"/>
                </a:lnTo>
                <a:cubicBezTo>
                  <a:pt x="1543234" y="409603"/>
                  <a:pt x="1541112" y="405014"/>
                  <a:pt x="1538932" y="400425"/>
                </a:cubicBezTo>
                <a:cubicBezTo>
                  <a:pt x="1536752" y="395836"/>
                  <a:pt x="1534515" y="391161"/>
                  <a:pt x="1532221" y="386400"/>
                </a:cubicBezTo>
                <a:cubicBezTo>
                  <a:pt x="1529927" y="381639"/>
                  <a:pt x="1527546" y="376878"/>
                  <a:pt x="1525079" y="372117"/>
                </a:cubicBezTo>
                <a:cubicBezTo>
                  <a:pt x="1522613" y="367357"/>
                  <a:pt x="1520118" y="362510"/>
                  <a:pt x="1517594" y="357577"/>
                </a:cubicBezTo>
                <a:lnTo>
                  <a:pt x="1474229" y="276181"/>
                </a:lnTo>
                <a:cubicBezTo>
                  <a:pt x="1472049" y="271707"/>
                  <a:pt x="1469927" y="267950"/>
                  <a:pt x="1467862" y="264910"/>
                </a:cubicBezTo>
                <a:cubicBezTo>
                  <a:pt x="1465797" y="261870"/>
                  <a:pt x="1463589" y="259489"/>
                  <a:pt x="1461237" y="257769"/>
                </a:cubicBezTo>
                <a:cubicBezTo>
                  <a:pt x="1458885" y="256048"/>
                  <a:pt x="1456218" y="254815"/>
                  <a:pt x="1453235" y="254069"/>
                </a:cubicBezTo>
                <a:cubicBezTo>
                  <a:pt x="1450252" y="253323"/>
                  <a:pt x="1446581" y="252950"/>
                  <a:pt x="1442222" y="252950"/>
                </a:cubicBezTo>
                <a:lnTo>
                  <a:pt x="1417958" y="252950"/>
                </a:lnTo>
                <a:cubicBezTo>
                  <a:pt x="1413369" y="252950"/>
                  <a:pt x="1409497" y="254298"/>
                  <a:pt x="1406343" y="256994"/>
                </a:cubicBezTo>
                <a:cubicBezTo>
                  <a:pt x="1403188" y="259690"/>
                  <a:pt x="1401610" y="263734"/>
                  <a:pt x="1401610" y="269126"/>
                </a:cubicBezTo>
                <a:lnTo>
                  <a:pt x="1401610" y="469258"/>
                </a:lnTo>
                <a:cubicBezTo>
                  <a:pt x="1401610" y="470405"/>
                  <a:pt x="1401897" y="471438"/>
                  <a:pt x="1402471" y="472356"/>
                </a:cubicBezTo>
                <a:cubicBezTo>
                  <a:pt x="1403044" y="473273"/>
                  <a:pt x="1404077" y="474048"/>
                  <a:pt x="1405568" y="474679"/>
                </a:cubicBezTo>
                <a:cubicBezTo>
                  <a:pt x="1407060" y="475310"/>
                  <a:pt x="1409125" y="475797"/>
                  <a:pt x="1411763" y="476141"/>
                </a:cubicBezTo>
                <a:cubicBezTo>
                  <a:pt x="1414402" y="476486"/>
                  <a:pt x="1417729" y="476658"/>
                  <a:pt x="1421744" y="476658"/>
                </a:cubicBezTo>
                <a:cubicBezTo>
                  <a:pt x="1425874" y="476658"/>
                  <a:pt x="1429258" y="476486"/>
                  <a:pt x="1431897" y="476141"/>
                </a:cubicBezTo>
                <a:cubicBezTo>
                  <a:pt x="1434535" y="475797"/>
                  <a:pt x="1436629" y="475310"/>
                  <a:pt x="1438178" y="474679"/>
                </a:cubicBezTo>
                <a:cubicBezTo>
                  <a:pt x="1439727" y="474048"/>
                  <a:pt x="1440816" y="473273"/>
                  <a:pt x="1441447" y="472356"/>
                </a:cubicBezTo>
                <a:cubicBezTo>
                  <a:pt x="1442078" y="471438"/>
                  <a:pt x="1442394" y="470405"/>
                  <a:pt x="1442394" y="469258"/>
                </a:cubicBezTo>
                <a:lnTo>
                  <a:pt x="1442394" y="352758"/>
                </a:lnTo>
                <a:cubicBezTo>
                  <a:pt x="1442394" y="344039"/>
                  <a:pt x="1442279" y="335579"/>
                  <a:pt x="1442050" y="327376"/>
                </a:cubicBezTo>
                <a:cubicBezTo>
                  <a:pt x="1441820" y="319173"/>
                  <a:pt x="1441476" y="310942"/>
                  <a:pt x="1441017" y="302682"/>
                </a:cubicBezTo>
                <a:lnTo>
                  <a:pt x="1441361" y="302682"/>
                </a:lnTo>
                <a:cubicBezTo>
                  <a:pt x="1444000" y="309451"/>
                  <a:pt x="1446983" y="316420"/>
                  <a:pt x="1450310" y="323590"/>
                </a:cubicBezTo>
                <a:cubicBezTo>
                  <a:pt x="1453637" y="330760"/>
                  <a:pt x="1456906" y="337443"/>
                  <a:pt x="1460118" y="343638"/>
                </a:cubicBezTo>
                <a:lnTo>
                  <a:pt x="1515529" y="447748"/>
                </a:lnTo>
                <a:cubicBezTo>
                  <a:pt x="1518397" y="453484"/>
                  <a:pt x="1520978" y="458159"/>
                  <a:pt x="1523273" y="461772"/>
                </a:cubicBezTo>
                <a:cubicBezTo>
                  <a:pt x="1525567" y="465386"/>
                  <a:pt x="1527948" y="468254"/>
                  <a:pt x="1530414" y="470377"/>
                </a:cubicBezTo>
                <a:cubicBezTo>
                  <a:pt x="1532881" y="472499"/>
                  <a:pt x="1535577" y="473962"/>
                  <a:pt x="1538502" y="474765"/>
                </a:cubicBezTo>
                <a:cubicBezTo>
                  <a:pt x="1541427" y="475568"/>
                  <a:pt x="1544898" y="475969"/>
                  <a:pt x="1548913" y="475969"/>
                </a:cubicBezTo>
                <a:lnTo>
                  <a:pt x="1568186" y="475969"/>
                </a:lnTo>
                <a:cubicBezTo>
                  <a:pt x="1570366" y="475969"/>
                  <a:pt x="1572517" y="475654"/>
                  <a:pt x="1574639" y="475023"/>
                </a:cubicBezTo>
                <a:cubicBezTo>
                  <a:pt x="1576762" y="474392"/>
                  <a:pt x="1578597" y="473388"/>
                  <a:pt x="1580146" y="472011"/>
                </a:cubicBezTo>
                <a:cubicBezTo>
                  <a:pt x="1581695" y="470635"/>
                  <a:pt x="1582928" y="468914"/>
                  <a:pt x="1583846" y="466849"/>
                </a:cubicBezTo>
                <a:cubicBezTo>
                  <a:pt x="1584763" y="464784"/>
                  <a:pt x="1585222" y="462432"/>
                  <a:pt x="1585222" y="459794"/>
                </a:cubicBezTo>
                <a:lnTo>
                  <a:pt x="1585222" y="259662"/>
                </a:lnTo>
                <a:cubicBezTo>
                  <a:pt x="1585222" y="258514"/>
                  <a:pt x="1584936" y="257482"/>
                  <a:pt x="1584362" y="256564"/>
                </a:cubicBezTo>
                <a:cubicBezTo>
                  <a:pt x="1583788" y="255646"/>
                  <a:pt x="1582785" y="254843"/>
                  <a:pt x="1581350" y="254155"/>
                </a:cubicBezTo>
                <a:cubicBezTo>
                  <a:pt x="1579917" y="253467"/>
                  <a:pt x="1577880" y="252979"/>
                  <a:pt x="1575242" y="252692"/>
                </a:cubicBezTo>
                <a:cubicBezTo>
                  <a:pt x="1572603" y="252405"/>
                  <a:pt x="1569333" y="252262"/>
                  <a:pt x="1565433" y="252262"/>
                </a:cubicBezTo>
                <a:close/>
                <a:moveTo>
                  <a:pt x="1062375" y="251918"/>
                </a:moveTo>
                <a:cubicBezTo>
                  <a:pt x="1058016" y="251918"/>
                  <a:pt x="1054373" y="252090"/>
                  <a:pt x="1051448" y="252434"/>
                </a:cubicBezTo>
                <a:cubicBezTo>
                  <a:pt x="1048523" y="252778"/>
                  <a:pt x="1046200" y="253237"/>
                  <a:pt x="1044479" y="253811"/>
                </a:cubicBezTo>
                <a:cubicBezTo>
                  <a:pt x="1042758" y="254384"/>
                  <a:pt x="1041525" y="255130"/>
                  <a:pt x="1040779" y="256048"/>
                </a:cubicBezTo>
                <a:cubicBezTo>
                  <a:pt x="1040033" y="256966"/>
                  <a:pt x="1039660" y="258055"/>
                  <a:pt x="1039660" y="259317"/>
                </a:cubicBezTo>
                <a:lnTo>
                  <a:pt x="1039660" y="469086"/>
                </a:lnTo>
                <a:cubicBezTo>
                  <a:pt x="1039660" y="470348"/>
                  <a:pt x="1040033" y="471438"/>
                  <a:pt x="1040779" y="472356"/>
                </a:cubicBezTo>
                <a:cubicBezTo>
                  <a:pt x="1041525" y="473273"/>
                  <a:pt x="1042758" y="474048"/>
                  <a:pt x="1044479" y="474679"/>
                </a:cubicBezTo>
                <a:cubicBezTo>
                  <a:pt x="1046200" y="475310"/>
                  <a:pt x="1048523" y="475797"/>
                  <a:pt x="1051448" y="476141"/>
                </a:cubicBezTo>
                <a:cubicBezTo>
                  <a:pt x="1054373" y="476486"/>
                  <a:pt x="1058016" y="476658"/>
                  <a:pt x="1062375" y="476658"/>
                </a:cubicBezTo>
                <a:cubicBezTo>
                  <a:pt x="1066849" y="476658"/>
                  <a:pt x="1070520" y="476486"/>
                  <a:pt x="1073389" y="476141"/>
                </a:cubicBezTo>
                <a:cubicBezTo>
                  <a:pt x="1076257" y="475797"/>
                  <a:pt x="1078551" y="475310"/>
                  <a:pt x="1080272" y="474679"/>
                </a:cubicBezTo>
                <a:cubicBezTo>
                  <a:pt x="1081993" y="474048"/>
                  <a:pt x="1083197" y="473273"/>
                  <a:pt x="1083886" y="472356"/>
                </a:cubicBezTo>
                <a:cubicBezTo>
                  <a:pt x="1084574" y="471438"/>
                  <a:pt x="1084918" y="470348"/>
                  <a:pt x="1084918" y="469086"/>
                </a:cubicBezTo>
                <a:lnTo>
                  <a:pt x="1084918" y="363427"/>
                </a:lnTo>
                <a:lnTo>
                  <a:pt x="1152202" y="469086"/>
                </a:lnTo>
                <a:cubicBezTo>
                  <a:pt x="1153005" y="470692"/>
                  <a:pt x="1154124" y="472069"/>
                  <a:pt x="1155558" y="473216"/>
                </a:cubicBezTo>
                <a:cubicBezTo>
                  <a:pt x="1156992" y="474363"/>
                  <a:pt x="1159344" y="475224"/>
                  <a:pt x="1162613" y="475797"/>
                </a:cubicBezTo>
                <a:cubicBezTo>
                  <a:pt x="1165883" y="476371"/>
                  <a:pt x="1171246" y="476658"/>
                  <a:pt x="1178703" y="476658"/>
                </a:cubicBezTo>
                <a:cubicBezTo>
                  <a:pt x="1183407" y="476658"/>
                  <a:pt x="1187307" y="476486"/>
                  <a:pt x="1190405" y="476141"/>
                </a:cubicBezTo>
                <a:cubicBezTo>
                  <a:pt x="1193502" y="475797"/>
                  <a:pt x="1195940" y="475310"/>
                  <a:pt x="1197718" y="474679"/>
                </a:cubicBezTo>
                <a:cubicBezTo>
                  <a:pt x="1199496" y="474048"/>
                  <a:pt x="1200701" y="473245"/>
                  <a:pt x="1201332" y="472270"/>
                </a:cubicBezTo>
                <a:cubicBezTo>
                  <a:pt x="1201963" y="471294"/>
                  <a:pt x="1202278" y="470176"/>
                  <a:pt x="1202278" y="468914"/>
                </a:cubicBezTo>
                <a:cubicBezTo>
                  <a:pt x="1202278" y="467996"/>
                  <a:pt x="1202020" y="466763"/>
                  <a:pt x="1201504" y="465214"/>
                </a:cubicBezTo>
                <a:cubicBezTo>
                  <a:pt x="1200988" y="463665"/>
                  <a:pt x="1199468" y="460539"/>
                  <a:pt x="1196944" y="455836"/>
                </a:cubicBezTo>
                <a:lnTo>
                  <a:pt x="1130348" y="355167"/>
                </a:lnTo>
                <a:lnTo>
                  <a:pt x="1191437" y="275149"/>
                </a:lnTo>
                <a:cubicBezTo>
                  <a:pt x="1194305" y="270675"/>
                  <a:pt x="1196255" y="267405"/>
                  <a:pt x="1197288" y="265340"/>
                </a:cubicBezTo>
                <a:cubicBezTo>
                  <a:pt x="1198320" y="263275"/>
                  <a:pt x="1198837" y="261268"/>
                  <a:pt x="1198837" y="259317"/>
                </a:cubicBezTo>
                <a:cubicBezTo>
                  <a:pt x="1198837" y="258170"/>
                  <a:pt x="1198493" y="257138"/>
                  <a:pt x="1197804" y="256220"/>
                </a:cubicBezTo>
                <a:cubicBezTo>
                  <a:pt x="1197116" y="255302"/>
                  <a:pt x="1195883" y="254528"/>
                  <a:pt x="1194104" y="253897"/>
                </a:cubicBezTo>
                <a:cubicBezTo>
                  <a:pt x="1192326" y="253266"/>
                  <a:pt x="1189946" y="252778"/>
                  <a:pt x="1186963" y="252434"/>
                </a:cubicBezTo>
                <a:cubicBezTo>
                  <a:pt x="1183980" y="252090"/>
                  <a:pt x="1180194" y="251918"/>
                  <a:pt x="1175606" y="251918"/>
                </a:cubicBezTo>
                <a:cubicBezTo>
                  <a:pt x="1171131" y="251918"/>
                  <a:pt x="1167460" y="252033"/>
                  <a:pt x="1164592" y="252262"/>
                </a:cubicBezTo>
                <a:cubicBezTo>
                  <a:pt x="1161724" y="252491"/>
                  <a:pt x="1159372" y="252893"/>
                  <a:pt x="1157537" y="253467"/>
                </a:cubicBezTo>
                <a:cubicBezTo>
                  <a:pt x="1155701" y="254040"/>
                  <a:pt x="1154210" y="254815"/>
                  <a:pt x="1153063" y="255790"/>
                </a:cubicBezTo>
                <a:cubicBezTo>
                  <a:pt x="1151915" y="256765"/>
                  <a:pt x="1150940" y="257998"/>
                  <a:pt x="1150137" y="259489"/>
                </a:cubicBezTo>
                <a:lnTo>
                  <a:pt x="1084918" y="354135"/>
                </a:lnTo>
                <a:lnTo>
                  <a:pt x="1084918" y="259317"/>
                </a:lnTo>
                <a:cubicBezTo>
                  <a:pt x="1084918" y="258055"/>
                  <a:pt x="1084574" y="256966"/>
                  <a:pt x="1083886" y="256048"/>
                </a:cubicBezTo>
                <a:cubicBezTo>
                  <a:pt x="1083197" y="255130"/>
                  <a:pt x="1081993" y="254384"/>
                  <a:pt x="1080272" y="253811"/>
                </a:cubicBezTo>
                <a:cubicBezTo>
                  <a:pt x="1078551" y="253237"/>
                  <a:pt x="1076257" y="252778"/>
                  <a:pt x="1073389" y="252434"/>
                </a:cubicBezTo>
                <a:cubicBezTo>
                  <a:pt x="1070520" y="252090"/>
                  <a:pt x="1066849" y="251918"/>
                  <a:pt x="1062375" y="251918"/>
                </a:cubicBezTo>
                <a:close/>
                <a:moveTo>
                  <a:pt x="720317" y="251918"/>
                </a:moveTo>
                <a:cubicBezTo>
                  <a:pt x="714466" y="251918"/>
                  <a:pt x="709763" y="252004"/>
                  <a:pt x="706206" y="252176"/>
                </a:cubicBezTo>
                <a:cubicBezTo>
                  <a:pt x="702650" y="252348"/>
                  <a:pt x="699868" y="252750"/>
                  <a:pt x="697860" y="253381"/>
                </a:cubicBezTo>
                <a:cubicBezTo>
                  <a:pt x="695853" y="254012"/>
                  <a:pt x="694390" y="254929"/>
                  <a:pt x="693472" y="256134"/>
                </a:cubicBezTo>
                <a:cubicBezTo>
                  <a:pt x="692554" y="257338"/>
                  <a:pt x="691751" y="258916"/>
                  <a:pt x="691063" y="260866"/>
                </a:cubicBezTo>
                <a:lnTo>
                  <a:pt x="622402" y="458417"/>
                </a:lnTo>
                <a:cubicBezTo>
                  <a:pt x="621025" y="462432"/>
                  <a:pt x="620165" y="465644"/>
                  <a:pt x="619821" y="468054"/>
                </a:cubicBezTo>
                <a:cubicBezTo>
                  <a:pt x="619477" y="470463"/>
                  <a:pt x="619878" y="472327"/>
                  <a:pt x="621025" y="473646"/>
                </a:cubicBezTo>
                <a:cubicBezTo>
                  <a:pt x="622173" y="474966"/>
                  <a:pt x="624238" y="475797"/>
                  <a:pt x="627220" y="476141"/>
                </a:cubicBezTo>
                <a:cubicBezTo>
                  <a:pt x="630203" y="476486"/>
                  <a:pt x="634333" y="476658"/>
                  <a:pt x="639610" y="476658"/>
                </a:cubicBezTo>
                <a:cubicBezTo>
                  <a:pt x="644543" y="476658"/>
                  <a:pt x="648530" y="476543"/>
                  <a:pt x="651570" y="476313"/>
                </a:cubicBezTo>
                <a:cubicBezTo>
                  <a:pt x="654610" y="476084"/>
                  <a:pt x="656962" y="475654"/>
                  <a:pt x="658625" y="475023"/>
                </a:cubicBezTo>
                <a:cubicBezTo>
                  <a:pt x="660289" y="474392"/>
                  <a:pt x="661494" y="473531"/>
                  <a:pt x="662239" y="472442"/>
                </a:cubicBezTo>
                <a:cubicBezTo>
                  <a:pt x="662985" y="471352"/>
                  <a:pt x="663587" y="470004"/>
                  <a:pt x="664046" y="468398"/>
                </a:cubicBezTo>
                <a:lnTo>
                  <a:pt x="678157" y="424861"/>
                </a:lnTo>
                <a:lnTo>
                  <a:pt x="761789" y="424861"/>
                </a:lnTo>
                <a:lnTo>
                  <a:pt x="776760" y="469602"/>
                </a:lnTo>
                <a:cubicBezTo>
                  <a:pt x="777219" y="471094"/>
                  <a:pt x="777793" y="472298"/>
                  <a:pt x="778481" y="473216"/>
                </a:cubicBezTo>
                <a:cubicBezTo>
                  <a:pt x="779169" y="474134"/>
                  <a:pt x="780374" y="474851"/>
                  <a:pt x="782095" y="475367"/>
                </a:cubicBezTo>
                <a:cubicBezTo>
                  <a:pt x="783816" y="475883"/>
                  <a:pt x="786311" y="476227"/>
                  <a:pt x="789580" y="476400"/>
                </a:cubicBezTo>
                <a:cubicBezTo>
                  <a:pt x="792850" y="476572"/>
                  <a:pt x="797410" y="476658"/>
                  <a:pt x="803261" y="476658"/>
                </a:cubicBezTo>
                <a:cubicBezTo>
                  <a:pt x="808882" y="476658"/>
                  <a:pt x="813299" y="476514"/>
                  <a:pt x="816511" y="476227"/>
                </a:cubicBezTo>
                <a:cubicBezTo>
                  <a:pt x="819723" y="475941"/>
                  <a:pt x="821960" y="475195"/>
                  <a:pt x="823222" y="473990"/>
                </a:cubicBezTo>
                <a:cubicBezTo>
                  <a:pt x="824484" y="472786"/>
                  <a:pt x="824943" y="470979"/>
                  <a:pt x="824599" y="468570"/>
                </a:cubicBezTo>
                <a:cubicBezTo>
                  <a:pt x="824255" y="466161"/>
                  <a:pt x="823395" y="462891"/>
                  <a:pt x="822018" y="458761"/>
                </a:cubicBezTo>
                <a:lnTo>
                  <a:pt x="753185" y="261382"/>
                </a:lnTo>
                <a:cubicBezTo>
                  <a:pt x="752497" y="259203"/>
                  <a:pt x="751665" y="257482"/>
                  <a:pt x="750690" y="256220"/>
                </a:cubicBezTo>
                <a:cubicBezTo>
                  <a:pt x="749714" y="254958"/>
                  <a:pt x="748108" y="254012"/>
                  <a:pt x="745871" y="253381"/>
                </a:cubicBezTo>
                <a:cubicBezTo>
                  <a:pt x="743634" y="252750"/>
                  <a:pt x="740508" y="252348"/>
                  <a:pt x="736493" y="252176"/>
                </a:cubicBezTo>
                <a:cubicBezTo>
                  <a:pt x="732478" y="252004"/>
                  <a:pt x="727086" y="251918"/>
                  <a:pt x="720317" y="251918"/>
                </a:cubicBezTo>
                <a:close/>
                <a:moveTo>
                  <a:pt x="941741" y="249337"/>
                </a:moveTo>
                <a:cubicBezTo>
                  <a:pt x="926483" y="249337"/>
                  <a:pt x="912515" y="251918"/>
                  <a:pt x="899839" y="257080"/>
                </a:cubicBezTo>
                <a:cubicBezTo>
                  <a:pt x="887162" y="262243"/>
                  <a:pt x="876292" y="269814"/>
                  <a:pt x="867229" y="279795"/>
                </a:cubicBezTo>
                <a:cubicBezTo>
                  <a:pt x="858166" y="289776"/>
                  <a:pt x="851111" y="302109"/>
                  <a:pt x="846063" y="316793"/>
                </a:cubicBezTo>
                <a:cubicBezTo>
                  <a:pt x="841015" y="331477"/>
                  <a:pt x="838491" y="348284"/>
                  <a:pt x="838491" y="367213"/>
                </a:cubicBezTo>
                <a:cubicBezTo>
                  <a:pt x="838491" y="385798"/>
                  <a:pt x="840786" y="402089"/>
                  <a:pt x="845375" y="416085"/>
                </a:cubicBezTo>
                <a:cubicBezTo>
                  <a:pt x="849963" y="430081"/>
                  <a:pt x="856560" y="441754"/>
                  <a:pt x="865164" y="451103"/>
                </a:cubicBezTo>
                <a:cubicBezTo>
                  <a:pt x="873768" y="460453"/>
                  <a:pt x="884208" y="467480"/>
                  <a:pt x="896483" y="472183"/>
                </a:cubicBezTo>
                <a:cubicBezTo>
                  <a:pt x="908758" y="476887"/>
                  <a:pt x="922525" y="479239"/>
                  <a:pt x="937783" y="479239"/>
                </a:cubicBezTo>
                <a:cubicBezTo>
                  <a:pt x="945584" y="479239"/>
                  <a:pt x="952840" y="478608"/>
                  <a:pt x="959551" y="477346"/>
                </a:cubicBezTo>
                <a:cubicBezTo>
                  <a:pt x="966263" y="476084"/>
                  <a:pt x="972228" y="474507"/>
                  <a:pt x="977448" y="472614"/>
                </a:cubicBezTo>
                <a:cubicBezTo>
                  <a:pt x="982668" y="470721"/>
                  <a:pt x="987085" y="468742"/>
                  <a:pt x="990698" y="466677"/>
                </a:cubicBezTo>
                <a:cubicBezTo>
                  <a:pt x="994312" y="464612"/>
                  <a:pt x="996750" y="462920"/>
                  <a:pt x="998012" y="461600"/>
                </a:cubicBezTo>
                <a:cubicBezTo>
                  <a:pt x="999274" y="460281"/>
                  <a:pt x="1000191" y="459105"/>
                  <a:pt x="1000765" y="458073"/>
                </a:cubicBezTo>
                <a:cubicBezTo>
                  <a:pt x="1001339" y="457040"/>
                  <a:pt x="1001798" y="455807"/>
                  <a:pt x="1002142" y="454373"/>
                </a:cubicBezTo>
                <a:cubicBezTo>
                  <a:pt x="1002486" y="452939"/>
                  <a:pt x="1002744" y="451218"/>
                  <a:pt x="1002916" y="449210"/>
                </a:cubicBezTo>
                <a:cubicBezTo>
                  <a:pt x="1003088" y="447203"/>
                  <a:pt x="1003174" y="444765"/>
                  <a:pt x="1003174" y="441897"/>
                </a:cubicBezTo>
                <a:cubicBezTo>
                  <a:pt x="1003174" y="437767"/>
                  <a:pt x="1003059" y="434469"/>
                  <a:pt x="1002830" y="432002"/>
                </a:cubicBezTo>
                <a:cubicBezTo>
                  <a:pt x="1002601" y="429536"/>
                  <a:pt x="1002256" y="427614"/>
                  <a:pt x="1001798" y="426237"/>
                </a:cubicBezTo>
                <a:cubicBezTo>
                  <a:pt x="1001339" y="424861"/>
                  <a:pt x="1000765" y="423943"/>
                  <a:pt x="1000077" y="423484"/>
                </a:cubicBezTo>
                <a:cubicBezTo>
                  <a:pt x="999388" y="423025"/>
                  <a:pt x="998471" y="422796"/>
                  <a:pt x="997323" y="422796"/>
                </a:cubicBezTo>
                <a:cubicBezTo>
                  <a:pt x="995832" y="422796"/>
                  <a:pt x="993738" y="423714"/>
                  <a:pt x="991042" y="425549"/>
                </a:cubicBezTo>
                <a:cubicBezTo>
                  <a:pt x="988346" y="427385"/>
                  <a:pt x="984905" y="429450"/>
                  <a:pt x="980717" y="431744"/>
                </a:cubicBezTo>
                <a:cubicBezTo>
                  <a:pt x="976530" y="434039"/>
                  <a:pt x="971511" y="436132"/>
                  <a:pt x="965660" y="438025"/>
                </a:cubicBezTo>
                <a:cubicBezTo>
                  <a:pt x="959809" y="439918"/>
                  <a:pt x="952869" y="440864"/>
                  <a:pt x="944838" y="440864"/>
                </a:cubicBezTo>
                <a:cubicBezTo>
                  <a:pt x="936005" y="440864"/>
                  <a:pt x="928060" y="439344"/>
                  <a:pt x="921005" y="436304"/>
                </a:cubicBezTo>
                <a:cubicBezTo>
                  <a:pt x="913949" y="433264"/>
                  <a:pt x="907927" y="428647"/>
                  <a:pt x="902936" y="422452"/>
                </a:cubicBezTo>
                <a:cubicBezTo>
                  <a:pt x="897946" y="416257"/>
                  <a:pt x="894103" y="408370"/>
                  <a:pt x="891407" y="398790"/>
                </a:cubicBezTo>
                <a:cubicBezTo>
                  <a:pt x="888711" y="389211"/>
                  <a:pt x="887363" y="377882"/>
                  <a:pt x="887363" y="364804"/>
                </a:cubicBezTo>
                <a:cubicBezTo>
                  <a:pt x="887363" y="352873"/>
                  <a:pt x="888625" y="342146"/>
                  <a:pt x="891149" y="332625"/>
                </a:cubicBezTo>
                <a:cubicBezTo>
                  <a:pt x="893672" y="323103"/>
                  <a:pt x="897372" y="314986"/>
                  <a:pt x="902248" y="308275"/>
                </a:cubicBezTo>
                <a:cubicBezTo>
                  <a:pt x="907123" y="301564"/>
                  <a:pt x="913032" y="296401"/>
                  <a:pt x="919972" y="292787"/>
                </a:cubicBezTo>
                <a:cubicBezTo>
                  <a:pt x="926913" y="289174"/>
                  <a:pt x="934800" y="287367"/>
                  <a:pt x="943634" y="287367"/>
                </a:cubicBezTo>
                <a:cubicBezTo>
                  <a:pt x="951664" y="287367"/>
                  <a:pt x="958576" y="288371"/>
                  <a:pt x="964370" y="290378"/>
                </a:cubicBezTo>
                <a:cubicBezTo>
                  <a:pt x="970163" y="292386"/>
                  <a:pt x="975153" y="294623"/>
                  <a:pt x="979341" y="297090"/>
                </a:cubicBezTo>
                <a:cubicBezTo>
                  <a:pt x="983528" y="299556"/>
                  <a:pt x="986941" y="301793"/>
                  <a:pt x="989580" y="303801"/>
                </a:cubicBezTo>
                <a:cubicBezTo>
                  <a:pt x="992218" y="305808"/>
                  <a:pt x="994398" y="306812"/>
                  <a:pt x="996119" y="306812"/>
                </a:cubicBezTo>
                <a:cubicBezTo>
                  <a:pt x="997151" y="306812"/>
                  <a:pt x="998069" y="306468"/>
                  <a:pt x="998872" y="305780"/>
                </a:cubicBezTo>
                <a:cubicBezTo>
                  <a:pt x="999675" y="305091"/>
                  <a:pt x="1000364" y="304001"/>
                  <a:pt x="1000937" y="302510"/>
                </a:cubicBezTo>
                <a:cubicBezTo>
                  <a:pt x="1001511" y="301019"/>
                  <a:pt x="1001912" y="299068"/>
                  <a:pt x="1002142" y="296659"/>
                </a:cubicBezTo>
                <a:cubicBezTo>
                  <a:pt x="1002371" y="294250"/>
                  <a:pt x="1002486" y="291325"/>
                  <a:pt x="1002486" y="287883"/>
                </a:cubicBezTo>
                <a:cubicBezTo>
                  <a:pt x="1002486" y="284671"/>
                  <a:pt x="1002400" y="281975"/>
                  <a:pt x="1002228" y="279795"/>
                </a:cubicBezTo>
                <a:cubicBezTo>
                  <a:pt x="1002056" y="277616"/>
                  <a:pt x="1001798" y="275723"/>
                  <a:pt x="1001453" y="274116"/>
                </a:cubicBezTo>
                <a:cubicBezTo>
                  <a:pt x="1001109" y="272510"/>
                  <a:pt x="1000650" y="271191"/>
                  <a:pt x="1000077" y="270159"/>
                </a:cubicBezTo>
                <a:cubicBezTo>
                  <a:pt x="999503" y="269126"/>
                  <a:pt x="998442" y="267835"/>
                  <a:pt x="996893" y="266287"/>
                </a:cubicBezTo>
                <a:cubicBezTo>
                  <a:pt x="995344" y="264738"/>
                  <a:pt x="992620" y="262874"/>
                  <a:pt x="988719" y="260694"/>
                </a:cubicBezTo>
                <a:cubicBezTo>
                  <a:pt x="984819" y="258514"/>
                  <a:pt x="980431" y="256593"/>
                  <a:pt x="975555" y="254929"/>
                </a:cubicBezTo>
                <a:cubicBezTo>
                  <a:pt x="970679" y="253266"/>
                  <a:pt x="965373" y="251918"/>
                  <a:pt x="959637" y="250885"/>
                </a:cubicBezTo>
                <a:cubicBezTo>
                  <a:pt x="953901" y="249853"/>
                  <a:pt x="947936" y="249337"/>
                  <a:pt x="941741" y="249337"/>
                </a:cubicBezTo>
                <a:close/>
                <a:moveTo>
                  <a:pt x="0" y="0"/>
                </a:moveTo>
                <a:lnTo>
                  <a:pt x="2240280" y="0"/>
                </a:lnTo>
                <a:lnTo>
                  <a:pt x="2240280" y="716280"/>
                </a:lnTo>
                <a:lnTo>
                  <a:pt x="0" y="71628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b="1" dirty="0"/>
          </a:p>
        </p:txBody>
      </p:sp>
      <p:sp>
        <p:nvSpPr>
          <p:cNvPr id="31" name="Shape 2"/>
          <p:cNvSpPr/>
          <p:nvPr/>
        </p:nvSpPr>
        <p:spPr>
          <a:xfrm>
            <a:off x="2084784" y="2505864"/>
            <a:ext cx="3749040" cy="3931920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"/>
          <p:cNvSpPr/>
          <p:nvPr/>
        </p:nvSpPr>
        <p:spPr>
          <a:xfrm>
            <a:off x="2221944" y="264302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📁 eggcatcher/</a:t>
            </a:r>
            <a:endParaRPr lang="en-US" sz="1400" dirty="0"/>
          </a:p>
        </p:txBody>
      </p:sp>
      <p:sp>
        <p:nvSpPr>
          <p:cNvPr id="33" name="Text 4"/>
          <p:cNvSpPr/>
          <p:nvPr/>
        </p:nvSpPr>
        <p:spPr>
          <a:xfrm>
            <a:off x="2496264" y="314594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📁 src/eggcatcher/</a:t>
            </a:r>
            <a:endParaRPr lang="en-US" sz="1300" dirty="0"/>
          </a:p>
        </p:txBody>
      </p:sp>
      <p:sp>
        <p:nvSpPr>
          <p:cNvPr id="34" name="Text 5"/>
          <p:cNvSpPr/>
          <p:nvPr/>
        </p:nvSpPr>
        <p:spPr>
          <a:xfrm>
            <a:off x="2496264" y="364886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📁 assets/</a:t>
            </a:r>
            <a:endParaRPr lang="en-US" sz="1300" dirty="0"/>
          </a:p>
        </p:txBody>
      </p:sp>
      <p:sp>
        <p:nvSpPr>
          <p:cNvPr id="35" name="Text 6"/>
          <p:cNvSpPr/>
          <p:nvPr/>
        </p:nvSpPr>
        <p:spPr>
          <a:xfrm>
            <a:off x="2496264" y="415178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📁 bin/eggcatcher/</a:t>
            </a:r>
            <a:endParaRPr lang="en-US" sz="1300" dirty="0"/>
          </a:p>
        </p:txBody>
      </p:sp>
      <p:sp>
        <p:nvSpPr>
          <p:cNvPr id="36" name="Text 7"/>
          <p:cNvSpPr/>
          <p:nvPr/>
        </p:nvSpPr>
        <p:spPr>
          <a:xfrm>
            <a:off x="2496264" y="465470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📄 compile-and-run.bat / .sh</a:t>
            </a:r>
            <a:endParaRPr lang="en-US" sz="1300" dirty="0"/>
          </a:p>
        </p:txBody>
      </p:sp>
      <p:sp>
        <p:nvSpPr>
          <p:cNvPr id="37" name="Text 8"/>
          <p:cNvSpPr/>
          <p:nvPr/>
        </p:nvSpPr>
        <p:spPr>
          <a:xfrm>
            <a:off x="2496264" y="515762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📄 README.md</a:t>
            </a:r>
            <a:endParaRPr lang="en-US" sz="1300" dirty="0"/>
          </a:p>
        </p:txBody>
      </p:sp>
      <p:sp>
        <p:nvSpPr>
          <p:cNvPr id="38" name="Shape 9"/>
          <p:cNvSpPr/>
          <p:nvPr/>
        </p:nvSpPr>
        <p:spPr>
          <a:xfrm>
            <a:off x="6062424" y="2505864"/>
            <a:ext cx="4526280" cy="1828800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Text 10"/>
          <p:cNvSpPr/>
          <p:nvPr/>
        </p:nvSpPr>
        <p:spPr>
          <a:xfrm>
            <a:off x="6199584" y="255158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Assets</a:t>
            </a:r>
            <a:endParaRPr lang="en-US" sz="1600" dirty="0"/>
          </a:p>
        </p:txBody>
      </p:sp>
      <p:sp>
        <p:nvSpPr>
          <p:cNvPr id="40" name="Text 11"/>
          <p:cNvSpPr/>
          <p:nvPr/>
        </p:nvSpPr>
        <p:spPr>
          <a:xfrm>
            <a:off x="6199584" y="2963064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BoxyBold.fnt – Bitmap font definition</a:t>
            </a:r>
            <a:endParaRPr lang="en-US" sz="1400" dirty="0"/>
          </a:p>
        </p:txBody>
      </p:sp>
      <p:sp>
        <p:nvSpPr>
          <p:cNvPr id="41" name="Text 12"/>
          <p:cNvSpPr/>
          <p:nvPr/>
        </p:nvSpPr>
        <p:spPr>
          <a:xfrm>
            <a:off x="6199584" y="3292248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BoxyBold.png – Font texture atlas</a:t>
            </a:r>
            <a:endParaRPr lang="en-US" sz="1400" dirty="0"/>
          </a:p>
        </p:txBody>
      </p:sp>
      <p:sp>
        <p:nvSpPr>
          <p:cNvPr id="42" name="Text 13"/>
          <p:cNvSpPr/>
          <p:nvPr/>
        </p:nvSpPr>
        <p:spPr>
          <a:xfrm>
            <a:off x="6199584" y="362143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egg-catcher.atlas – Sprite atlas data</a:t>
            </a:r>
            <a:endParaRPr lang="en-US" sz="1400" dirty="0"/>
          </a:p>
        </p:txBody>
      </p:sp>
      <p:sp>
        <p:nvSpPr>
          <p:cNvPr id="43" name="Text 14"/>
          <p:cNvSpPr/>
          <p:nvPr/>
        </p:nvSpPr>
        <p:spPr>
          <a:xfrm>
            <a:off x="6199584" y="3950616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egg-catcher.png – Sprite sheet image</a:t>
            </a:r>
            <a:endParaRPr lang="en-US" sz="1400" dirty="0"/>
          </a:p>
        </p:txBody>
      </p:sp>
      <p:sp>
        <p:nvSpPr>
          <p:cNvPr id="44" name="Shape 15"/>
          <p:cNvSpPr/>
          <p:nvPr/>
        </p:nvSpPr>
        <p:spPr>
          <a:xfrm>
            <a:off x="6062424" y="4471824"/>
            <a:ext cx="4526280" cy="1188720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Text 16"/>
          <p:cNvSpPr/>
          <p:nvPr/>
        </p:nvSpPr>
        <p:spPr>
          <a:xfrm>
            <a:off x="6199584" y="451754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</a:t>
            </a:r>
            <a:endParaRPr lang="en-US" sz="1600" dirty="0"/>
          </a:p>
        </p:txBody>
      </p:sp>
      <p:sp>
        <p:nvSpPr>
          <p:cNvPr id="46" name="Text 17"/>
          <p:cNvSpPr/>
          <p:nvPr/>
        </p:nvSpPr>
        <p:spPr>
          <a:xfrm>
            <a:off x="6199584" y="4929024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Consolas" panose="020B0609020204030204" pitchFamily="34" charset="0"/>
                <a:cs typeface="Consolas" panose="020B0609020204030204" pitchFamily="34" charset="0"/>
              </a:rPr>
              <a:t>javac -d bin src/eggcatcher/*.java</a:t>
            </a:r>
            <a:endParaRPr lang="en-US" altLang="en-US" sz="1400" dirty="0">
              <a:solidFill>
                <a:schemeClr val="bg1"/>
              </a:solidFill>
              <a:latin typeface="Consolas" panose="020B0609020204030204" pitchFamily="34" charset="0"/>
              <a:cs typeface="Consolas" panose="020B060902020403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•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0"/>
                <a:sym typeface="+mn-ea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Consolas" panose="020B0609020204030204" pitchFamily="34" charset="0"/>
                <a:cs typeface="Consolas" panose="020B0609020204030204" pitchFamily="34" charset="0"/>
                <a:sym typeface="+mn-ea"/>
              </a:rPr>
              <a:t>javac</a:t>
            </a:r>
            <a:r>
              <a:rPr lang="en-US" altLang="en-US" sz="1400" dirty="0">
                <a:solidFill>
                  <a:schemeClr val="bg1"/>
                </a:solidFill>
                <a:latin typeface="Consolas" panose="020B0609020204030204" pitchFamily="34" charset="0"/>
                <a:cs typeface="Consolas" panose="020B0609020204030204" pitchFamily="34" charset="0"/>
              </a:rPr>
              <a:t> -cp bin eggcatcher.Main</a:t>
            </a:r>
            <a:endParaRPr lang="en-US" altLang="en-US" sz="1400" dirty="0">
              <a:solidFill>
                <a:schemeClr val="bg1"/>
              </a:solidFill>
              <a:latin typeface="Consolas" panose="020B0609020204030204" pitchFamily="34" charset="0"/>
              <a:cs typeface="Consolas" panose="020B0609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500"/>
                            </p:stCondLst>
                            <p:childTnLst>
                              <p:par>
                                <p:cTn id="7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0"/>
                            </p:stCondLst>
                            <p:childTnLst>
                              <p:par>
                                <p:cTn id="8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500"/>
                            </p:stCondLst>
                            <p:childTnLst>
                              <p:par>
                                <p:cTn id="8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6000"/>
                            </p:stCondLst>
                            <p:childTnLst>
                              <p:par>
                                <p:cTn id="9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500"/>
                            </p:stCondLst>
                            <p:childTnLst>
                              <p:par>
                                <p:cTn id="9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000"/>
                            </p:stCondLst>
                            <p:childTnLst>
                              <p:par>
                                <p:cTn id="9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7500"/>
                            </p:stCondLst>
                            <p:childTnLst>
                              <p:par>
                                <p:cTn id="10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000"/>
                            </p:stCondLst>
                            <p:childTnLst>
                              <p:par>
                                <p:cTn id="10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28" grpId="0" animBg="1"/>
      <p:bldP spid="28" grpId="1" animBg="1"/>
      <p:bldP spid="24" grpId="0" animBg="1"/>
      <p:bldP spid="24" grpId="1" animBg="1"/>
      <p:bldP spid="26" grpId="0" animBg="1"/>
      <p:bldP spid="26" grpId="1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4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Document 4"/>
          <p:cNvSpPr/>
          <p:nvPr/>
        </p:nvSpPr>
        <p:spPr>
          <a:xfrm>
            <a:off x="0" y="0"/>
            <a:ext cx="12192000" cy="332307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4BB8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Document 4"/>
          <p:cNvSpPr/>
          <p:nvPr/>
        </p:nvSpPr>
        <p:spPr>
          <a:xfrm>
            <a:off x="0" y="0"/>
            <a:ext cx="12192000" cy="269785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ocument 4"/>
          <p:cNvSpPr/>
          <p:nvPr/>
        </p:nvSpPr>
        <p:spPr>
          <a:xfrm>
            <a:off x="0" y="0"/>
            <a:ext cx="12192000" cy="214884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1591D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48945" y="659130"/>
            <a:ext cx="69926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Project Structure</a:t>
            </a:r>
            <a:endParaRPr lang="en-US" sz="48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9103" y="1302760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Frontend</a:t>
            </a:r>
            <a:endParaRPr lang="en-US" sz="24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27" name="Text 1"/>
          <p:cNvSpPr/>
          <p:nvPr/>
        </p:nvSpPr>
        <p:spPr>
          <a:xfrm>
            <a:off x="1981200" y="5974553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</a:t>
            </a: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Entities</a:t>
            </a:r>
            <a:endParaRPr lang="en-US" sz="3200" dirty="0"/>
          </a:p>
        </p:txBody>
      </p:sp>
      <p:sp>
        <p:nvSpPr>
          <p:cNvPr id="29" name="Shape 2"/>
          <p:cNvSpPr/>
          <p:nvPr/>
        </p:nvSpPr>
        <p:spPr>
          <a:xfrm>
            <a:off x="903446" y="1859753"/>
            <a:ext cx="2743200" cy="3840480"/>
          </a:xfrm>
          <a:prstGeom prst="rect">
            <a:avLst/>
          </a:prstGeom>
          <a:solidFill>
            <a:srgbClr val="0020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3"/>
          <p:cNvSpPr/>
          <p:nvPr/>
        </p:nvSpPr>
        <p:spPr>
          <a:xfrm>
            <a:off x="903446" y="1859753"/>
            <a:ext cx="2743200" cy="64008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48" name="Text 4"/>
          <p:cNvSpPr/>
          <p:nvPr/>
        </p:nvSpPr>
        <p:spPr>
          <a:xfrm>
            <a:off x="903446" y="1951193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49" name="Text 5"/>
          <p:cNvSpPr/>
          <p:nvPr/>
        </p:nvSpPr>
        <p:spPr>
          <a:xfrm>
            <a:off x="903446" y="2957033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Chicken</a:t>
            </a:r>
            <a:endParaRPr lang="en-US" sz="2000" dirty="0"/>
          </a:p>
        </p:txBody>
      </p:sp>
      <p:sp>
        <p:nvSpPr>
          <p:cNvPr id="50" name="Shape 6"/>
          <p:cNvSpPr/>
          <p:nvPr/>
        </p:nvSpPr>
        <p:spPr>
          <a:xfrm>
            <a:off x="1177766" y="3414233"/>
            <a:ext cx="219456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7"/>
          <p:cNvSpPr/>
          <p:nvPr/>
        </p:nvSpPr>
        <p:spPr>
          <a:xfrm>
            <a:off x="1040606" y="3505673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Moves horizontally across screen</a:t>
            </a:r>
            <a:endParaRPr lang="en-US" sz="1600" dirty="0"/>
          </a:p>
        </p:txBody>
      </p:sp>
      <p:sp>
        <p:nvSpPr>
          <p:cNvPr id="52" name="Text 8"/>
          <p:cNvSpPr/>
          <p:nvPr/>
        </p:nvSpPr>
        <p:spPr>
          <a:xfrm>
            <a:off x="1050289" y="4066608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Drops eggs at timed intervals</a:t>
            </a:r>
            <a:endParaRPr lang="en-US" sz="1600" dirty="0"/>
          </a:p>
        </p:txBody>
      </p:sp>
      <p:sp>
        <p:nvSpPr>
          <p:cNvPr id="53" name="Text 9"/>
          <p:cNvSpPr/>
          <p:nvPr/>
        </p:nvSpPr>
        <p:spPr>
          <a:xfrm>
            <a:off x="1040606" y="4620328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Speed increases with difficulty</a:t>
            </a:r>
            <a:endParaRPr lang="en-US" sz="1600" dirty="0"/>
          </a:p>
        </p:txBody>
      </p:sp>
      <p:sp>
        <p:nvSpPr>
          <p:cNvPr id="54" name="Shape 10"/>
          <p:cNvSpPr/>
          <p:nvPr/>
        </p:nvSpPr>
        <p:spPr>
          <a:xfrm>
            <a:off x="4550092" y="1842378"/>
            <a:ext cx="2743200" cy="3840480"/>
          </a:xfrm>
          <a:prstGeom prst="rect">
            <a:avLst/>
          </a:prstGeom>
          <a:solidFill>
            <a:srgbClr val="0020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Shape 11"/>
          <p:cNvSpPr/>
          <p:nvPr/>
        </p:nvSpPr>
        <p:spPr>
          <a:xfrm>
            <a:off x="4550092" y="1842378"/>
            <a:ext cx="2743200" cy="64008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7" name="Text 13"/>
          <p:cNvSpPr/>
          <p:nvPr/>
        </p:nvSpPr>
        <p:spPr>
          <a:xfrm>
            <a:off x="4550092" y="293965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Falling Object (Egg)</a:t>
            </a:r>
            <a:endParaRPr lang="en-US" sz="2000" dirty="0"/>
          </a:p>
        </p:txBody>
      </p:sp>
      <p:sp>
        <p:nvSpPr>
          <p:cNvPr id="58" name="Shape 14"/>
          <p:cNvSpPr/>
          <p:nvPr/>
        </p:nvSpPr>
        <p:spPr>
          <a:xfrm>
            <a:off x="4824412" y="3396858"/>
            <a:ext cx="2194560" cy="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59" name="Text 15"/>
          <p:cNvSpPr/>
          <p:nvPr/>
        </p:nvSpPr>
        <p:spPr>
          <a:xfrm>
            <a:off x="4687252" y="3488298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Falls vertically under gravity</a:t>
            </a:r>
            <a:endParaRPr lang="en-US" sz="1600" dirty="0"/>
          </a:p>
        </p:txBody>
      </p:sp>
      <p:sp>
        <p:nvSpPr>
          <p:cNvPr id="60" name="Text 16"/>
          <p:cNvSpPr/>
          <p:nvPr/>
        </p:nvSpPr>
        <p:spPr>
          <a:xfrm>
            <a:off x="4687252" y="4008593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Checks collision with basket</a:t>
            </a:r>
            <a:endParaRPr lang="en-US" sz="1600" dirty="0"/>
          </a:p>
        </p:txBody>
      </p:sp>
      <p:sp>
        <p:nvSpPr>
          <p:cNvPr id="61" name="Text 17"/>
          <p:cNvSpPr/>
          <p:nvPr/>
        </p:nvSpPr>
        <p:spPr>
          <a:xfrm>
            <a:off x="4687252" y="4557869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Disappears on catch or ground hit</a:t>
            </a:r>
            <a:endParaRPr lang="en-US" sz="1600" dirty="0"/>
          </a:p>
        </p:txBody>
      </p:sp>
      <p:sp>
        <p:nvSpPr>
          <p:cNvPr id="62" name="Shape 18"/>
          <p:cNvSpPr/>
          <p:nvPr/>
        </p:nvSpPr>
        <p:spPr>
          <a:xfrm>
            <a:off x="8371046" y="1764425"/>
            <a:ext cx="2743200" cy="3840480"/>
          </a:xfrm>
          <a:prstGeom prst="rect">
            <a:avLst/>
          </a:prstGeom>
          <a:solidFill>
            <a:srgbClr val="0020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3" name="Shape 19"/>
          <p:cNvSpPr/>
          <p:nvPr/>
        </p:nvSpPr>
        <p:spPr>
          <a:xfrm>
            <a:off x="8371046" y="1764425"/>
            <a:ext cx="2743200" cy="64008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65" name="Text 21"/>
          <p:cNvSpPr/>
          <p:nvPr/>
        </p:nvSpPr>
        <p:spPr>
          <a:xfrm>
            <a:off x="8371046" y="2861705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Basket</a:t>
            </a:r>
            <a:endParaRPr lang="en-US" sz="2000" dirty="0"/>
          </a:p>
        </p:txBody>
      </p:sp>
      <p:sp>
        <p:nvSpPr>
          <p:cNvPr id="66" name="Shape 22"/>
          <p:cNvSpPr/>
          <p:nvPr/>
        </p:nvSpPr>
        <p:spPr>
          <a:xfrm>
            <a:off x="8645366" y="3318905"/>
            <a:ext cx="219456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67" name="Text 23"/>
          <p:cNvSpPr/>
          <p:nvPr/>
        </p:nvSpPr>
        <p:spPr>
          <a:xfrm>
            <a:off x="8508206" y="3410345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Player-controlled horizontal movement</a:t>
            </a:r>
            <a:endParaRPr lang="en-US" sz="1600" dirty="0"/>
          </a:p>
        </p:txBody>
      </p:sp>
      <p:sp>
        <p:nvSpPr>
          <p:cNvPr id="68" name="Text 24"/>
          <p:cNvSpPr/>
          <p:nvPr/>
        </p:nvSpPr>
        <p:spPr>
          <a:xfrm>
            <a:off x="8508205" y="3909965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Keyboard input (← →)</a:t>
            </a:r>
            <a:endParaRPr lang="en-US" sz="1600" dirty="0"/>
          </a:p>
        </p:txBody>
      </p:sp>
      <p:sp>
        <p:nvSpPr>
          <p:cNvPr id="69" name="Text 25"/>
          <p:cNvSpPr/>
          <p:nvPr/>
        </p:nvSpPr>
        <p:spPr>
          <a:xfrm>
            <a:off x="8508205" y="4450656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Collision box for egg catching</a:t>
            </a: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4220" y="2116698"/>
            <a:ext cx="694944" cy="69494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163" y="1985197"/>
            <a:ext cx="812965" cy="8129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710" y="2093595"/>
            <a:ext cx="808355" cy="808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1" grpId="0" animBg="1"/>
      <p:bldP spid="52" grpId="0" animBg="1"/>
      <p:bldP spid="53" grpId="0" animBg="1"/>
      <p:bldP spid="57" grpId="0" animBg="1"/>
      <p:bldP spid="59" grpId="0" animBg="1"/>
      <p:bldP spid="60" grpId="0" animBg="1"/>
      <p:bldP spid="61" grpId="0" animBg="1"/>
      <p:bldP spid="65" grpId="0" animBg="1"/>
      <p:bldP spid="67" grpId="0" animBg="1"/>
      <p:bldP spid="68" grpId="0" animBg="1"/>
      <p:bldP spid="6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Document 4"/>
          <p:cNvSpPr/>
          <p:nvPr/>
        </p:nvSpPr>
        <p:spPr>
          <a:xfrm>
            <a:off x="0" y="0"/>
            <a:ext cx="12192000" cy="332307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4BB8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Document 4"/>
          <p:cNvSpPr/>
          <p:nvPr/>
        </p:nvSpPr>
        <p:spPr>
          <a:xfrm>
            <a:off x="0" y="0"/>
            <a:ext cx="12192000" cy="269785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ocument 4"/>
          <p:cNvSpPr/>
          <p:nvPr/>
        </p:nvSpPr>
        <p:spPr>
          <a:xfrm>
            <a:off x="0" y="0"/>
            <a:ext cx="12192000" cy="214884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1591D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48945" y="659130"/>
            <a:ext cx="7155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Project Structure</a:t>
            </a:r>
            <a:endParaRPr lang="en-US" sz="48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9103" y="1302760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Frontend</a:t>
            </a:r>
            <a:endParaRPr lang="en-US" sz="24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9" name="Text 1"/>
          <p:cNvSpPr/>
          <p:nvPr/>
        </p:nvSpPr>
        <p:spPr>
          <a:xfrm>
            <a:off x="1892618" y="598416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Rendering</a:t>
            </a: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&amp; Assets</a:t>
            </a:r>
            <a:endParaRPr lang="en-US" sz="3200" dirty="0"/>
          </a:p>
        </p:txBody>
      </p:sp>
      <p:sp>
        <p:nvSpPr>
          <p:cNvPr id="10" name="Shape 2"/>
          <p:cNvSpPr/>
          <p:nvPr/>
        </p:nvSpPr>
        <p:spPr>
          <a:xfrm>
            <a:off x="1755458" y="2052242"/>
            <a:ext cx="4114800" cy="3840480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3"/>
          <p:cNvSpPr/>
          <p:nvPr/>
        </p:nvSpPr>
        <p:spPr>
          <a:xfrm>
            <a:off x="1892618" y="2125394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Sprite </a:t>
            </a:r>
            <a:r>
              <a:rPr lang="en-US" sz="20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Atlas</a:t>
            </a:r>
            <a:endParaRPr lang="en-US" sz="2000" dirty="0"/>
          </a:p>
        </p:txBody>
      </p:sp>
      <p:sp>
        <p:nvSpPr>
          <p:cNvPr id="12" name="Text 4"/>
          <p:cNvSpPr/>
          <p:nvPr/>
        </p:nvSpPr>
        <p:spPr>
          <a:xfrm>
            <a:off x="1892618" y="2628314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egg-catcher.atlas defines named regions on the sprite sheet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1892618" y="3250106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SpriteAtlas.java parses the atlas and maps names to pixel coordinates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1892618" y="3871898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Renderer.java uses SpriteAtlas to draw sprites by name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1892618" y="4493690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Avoids hardcoding pixel offsets in game logic</a:t>
            </a: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6098858" y="2052242"/>
            <a:ext cx="4160520" cy="1874520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9"/>
          <p:cNvSpPr/>
          <p:nvPr/>
        </p:nvSpPr>
        <p:spPr>
          <a:xfrm>
            <a:off x="6236018" y="2125394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Bitmap </a:t>
            </a:r>
            <a:r>
              <a:rPr lang="en-US" sz="20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Font</a:t>
            </a:r>
            <a:endParaRPr lang="en-US" sz="2000" dirty="0"/>
          </a:p>
        </p:txBody>
      </p:sp>
      <p:sp>
        <p:nvSpPr>
          <p:cNvPr id="18" name="Text 10"/>
          <p:cNvSpPr/>
          <p:nvPr/>
        </p:nvSpPr>
        <p:spPr>
          <a:xfrm>
            <a:off x="6236018" y="2533185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BoxyBold.fnt defines character positions on the texture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6236018" y="2984930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BitmapFont.java renders score/UI text via glyph lookup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236018" y="345830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No system font dependencies – fully self-contained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6098858" y="4018202"/>
            <a:ext cx="4160520" cy="1874520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14"/>
          <p:cNvSpPr/>
          <p:nvPr/>
        </p:nvSpPr>
        <p:spPr>
          <a:xfrm>
            <a:off x="6236018" y="4091354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E94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Renderer</a:t>
            </a:r>
            <a:endParaRPr lang="en-US" sz="2000" dirty="0"/>
          </a:p>
        </p:txBody>
      </p:sp>
      <p:sp>
        <p:nvSpPr>
          <p:cNvPr id="23" name="Text 15"/>
          <p:cNvSpPr/>
          <p:nvPr/>
        </p:nvSpPr>
        <p:spPr>
          <a:xfrm>
            <a:off x="6236018" y="4505022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Dedicated Renderer class separates drawing from logic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6236018" y="496917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Draws background, chicken, eggs, basket, and UI each frame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6236018" y="5433334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Called by GamePanel's paintComponent override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Document 4"/>
          <p:cNvSpPr/>
          <p:nvPr/>
        </p:nvSpPr>
        <p:spPr>
          <a:xfrm>
            <a:off x="0" y="0"/>
            <a:ext cx="12192000" cy="332307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4BB8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Document 4"/>
          <p:cNvSpPr/>
          <p:nvPr/>
        </p:nvSpPr>
        <p:spPr>
          <a:xfrm>
            <a:off x="0" y="0"/>
            <a:ext cx="12192000" cy="269785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ocument 4"/>
          <p:cNvSpPr/>
          <p:nvPr/>
        </p:nvSpPr>
        <p:spPr>
          <a:xfrm>
            <a:off x="0" y="0"/>
            <a:ext cx="12192000" cy="214884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1591D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48945" y="659130"/>
            <a:ext cx="65798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Project Structure</a:t>
            </a:r>
            <a:endParaRPr lang="en-US" sz="48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9103" y="1302760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Backend</a:t>
            </a:r>
            <a:endParaRPr lang="en-US" sz="24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26" name="Text 1"/>
          <p:cNvSpPr/>
          <p:nvPr/>
        </p:nvSpPr>
        <p:spPr>
          <a:xfrm>
            <a:off x="1858803" y="6034818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</a:t>
            </a: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Classes</a:t>
            </a:r>
            <a:endParaRPr lang="en-US" sz="4000" dirty="0"/>
          </a:p>
        </p:txBody>
      </p:sp>
      <p:sp>
        <p:nvSpPr>
          <p:cNvPr id="27" name="Shape 2"/>
          <p:cNvSpPr/>
          <p:nvPr/>
        </p:nvSpPr>
        <p:spPr>
          <a:xfrm>
            <a:off x="3870641" y="1303052"/>
            <a:ext cx="4206240" cy="704088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3"/>
          <p:cNvSpPr/>
          <p:nvPr/>
        </p:nvSpPr>
        <p:spPr>
          <a:xfrm>
            <a:off x="3870641" y="1303052"/>
            <a:ext cx="64008" cy="704088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9" name="Text 4"/>
          <p:cNvSpPr/>
          <p:nvPr/>
        </p:nvSpPr>
        <p:spPr>
          <a:xfrm>
            <a:off x="4035233" y="1339628"/>
            <a:ext cx="38404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Main.java</a:t>
            </a:r>
            <a:endParaRPr lang="en-US" sz="1600" dirty="0"/>
          </a:p>
        </p:txBody>
      </p:sp>
      <p:sp>
        <p:nvSpPr>
          <p:cNvPr id="30" name="Text 5"/>
          <p:cNvSpPr/>
          <p:nvPr/>
        </p:nvSpPr>
        <p:spPr>
          <a:xfrm>
            <a:off x="4035233" y="165052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Entry point – launches the game window</a:t>
            </a:r>
            <a:endParaRPr lang="en-US" sz="1400" dirty="0"/>
          </a:p>
        </p:txBody>
      </p:sp>
      <p:sp>
        <p:nvSpPr>
          <p:cNvPr id="31" name="Shape 6"/>
          <p:cNvSpPr/>
          <p:nvPr/>
        </p:nvSpPr>
        <p:spPr>
          <a:xfrm>
            <a:off x="1614486" y="2148745"/>
            <a:ext cx="4206240" cy="704088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7"/>
          <p:cNvSpPr/>
          <p:nvPr/>
        </p:nvSpPr>
        <p:spPr>
          <a:xfrm>
            <a:off x="1614486" y="2148745"/>
            <a:ext cx="64008" cy="704088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3" name="Text 8"/>
          <p:cNvSpPr/>
          <p:nvPr/>
        </p:nvSpPr>
        <p:spPr>
          <a:xfrm>
            <a:off x="1779078" y="2185321"/>
            <a:ext cx="38404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GameWindow.java</a:t>
            </a:r>
            <a:endParaRPr lang="en-US" sz="1600" dirty="0"/>
          </a:p>
        </p:txBody>
      </p:sp>
      <p:sp>
        <p:nvSpPr>
          <p:cNvPr id="34" name="Text 9"/>
          <p:cNvSpPr/>
          <p:nvPr/>
        </p:nvSpPr>
        <p:spPr>
          <a:xfrm>
            <a:off x="1779078" y="2496217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JFrame setup – window sizing &amp; title configuration</a:t>
            </a:r>
            <a:endParaRPr lang="en-US" sz="1400" dirty="0"/>
          </a:p>
        </p:txBody>
      </p:sp>
      <p:sp>
        <p:nvSpPr>
          <p:cNvPr id="35" name="Shape 10"/>
          <p:cNvSpPr/>
          <p:nvPr/>
        </p:nvSpPr>
        <p:spPr>
          <a:xfrm>
            <a:off x="1614486" y="2944273"/>
            <a:ext cx="4206240" cy="704088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11"/>
          <p:cNvSpPr/>
          <p:nvPr/>
        </p:nvSpPr>
        <p:spPr>
          <a:xfrm>
            <a:off x="1614486" y="2943638"/>
            <a:ext cx="64008" cy="704088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7" name="Text 12"/>
          <p:cNvSpPr/>
          <p:nvPr/>
        </p:nvSpPr>
        <p:spPr>
          <a:xfrm>
            <a:off x="1779078" y="2980849"/>
            <a:ext cx="38404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GamePanel.java</a:t>
            </a:r>
            <a:endParaRPr lang="en-US" sz="1600" dirty="0"/>
          </a:p>
        </p:txBody>
      </p:sp>
      <p:sp>
        <p:nvSpPr>
          <p:cNvPr id="38" name="Text 13"/>
          <p:cNvSpPr/>
          <p:nvPr/>
        </p:nvSpPr>
        <p:spPr>
          <a:xfrm>
            <a:off x="1779078" y="3291745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Swing panel – game loop, input handling, timing</a:t>
            </a:r>
            <a:endParaRPr lang="en-US" sz="1400" dirty="0"/>
          </a:p>
        </p:txBody>
      </p:sp>
      <p:sp>
        <p:nvSpPr>
          <p:cNvPr id="39" name="Shape 14"/>
          <p:cNvSpPr/>
          <p:nvPr/>
        </p:nvSpPr>
        <p:spPr>
          <a:xfrm>
            <a:off x="1614486" y="4535456"/>
            <a:ext cx="4206240" cy="704088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15"/>
          <p:cNvSpPr/>
          <p:nvPr/>
        </p:nvSpPr>
        <p:spPr>
          <a:xfrm>
            <a:off x="1614486" y="4535456"/>
            <a:ext cx="64008" cy="704088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41" name="Text 16"/>
          <p:cNvSpPr/>
          <p:nvPr/>
        </p:nvSpPr>
        <p:spPr>
          <a:xfrm>
            <a:off x="1779078" y="4572032"/>
            <a:ext cx="38404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World.java</a:t>
            </a:r>
            <a:endParaRPr lang="en-US" sz="1600" dirty="0"/>
          </a:p>
        </p:txBody>
      </p:sp>
      <p:sp>
        <p:nvSpPr>
          <p:cNvPr id="42" name="Text 17"/>
          <p:cNvSpPr/>
          <p:nvPr/>
        </p:nvSpPr>
        <p:spPr>
          <a:xfrm>
            <a:off x="1779078" y="488292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state – score, lives, difficulty &amp; events</a:t>
            </a:r>
            <a:endParaRPr lang="en-US" sz="1400" dirty="0"/>
          </a:p>
        </p:txBody>
      </p:sp>
      <p:sp>
        <p:nvSpPr>
          <p:cNvPr id="43" name="Shape 18"/>
          <p:cNvSpPr/>
          <p:nvPr/>
        </p:nvSpPr>
        <p:spPr>
          <a:xfrm>
            <a:off x="1614486" y="5330984"/>
            <a:ext cx="4206240" cy="704088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19"/>
          <p:cNvSpPr/>
          <p:nvPr/>
        </p:nvSpPr>
        <p:spPr>
          <a:xfrm>
            <a:off x="1614486" y="5330984"/>
            <a:ext cx="64008" cy="704088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45" name="Text 20"/>
          <p:cNvSpPr/>
          <p:nvPr/>
        </p:nvSpPr>
        <p:spPr>
          <a:xfrm>
            <a:off x="1779078" y="5367560"/>
            <a:ext cx="38404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Basket.java</a:t>
            </a:r>
            <a:endParaRPr lang="en-US" sz="1600" dirty="0"/>
          </a:p>
        </p:txBody>
      </p:sp>
      <p:sp>
        <p:nvSpPr>
          <p:cNvPr id="46" name="Text 21"/>
          <p:cNvSpPr/>
          <p:nvPr/>
        </p:nvSpPr>
        <p:spPr>
          <a:xfrm>
            <a:off x="1779078" y="567845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Player entity – horizontal movement &amp; collision</a:t>
            </a:r>
            <a:endParaRPr lang="en-US" sz="1400" dirty="0"/>
          </a:p>
        </p:txBody>
      </p:sp>
      <p:sp>
        <p:nvSpPr>
          <p:cNvPr id="47" name="Shape 22"/>
          <p:cNvSpPr/>
          <p:nvPr/>
        </p:nvSpPr>
        <p:spPr>
          <a:xfrm>
            <a:off x="6049326" y="2148872"/>
            <a:ext cx="4206240" cy="704088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23"/>
          <p:cNvSpPr/>
          <p:nvPr/>
        </p:nvSpPr>
        <p:spPr>
          <a:xfrm>
            <a:off x="6049326" y="2148872"/>
            <a:ext cx="64008" cy="704088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49" name="Text 24"/>
          <p:cNvSpPr/>
          <p:nvPr/>
        </p:nvSpPr>
        <p:spPr>
          <a:xfrm>
            <a:off x="6213918" y="2185448"/>
            <a:ext cx="38404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Chicken.java</a:t>
            </a:r>
            <a:endParaRPr lang="en-US" sz="1600" dirty="0"/>
          </a:p>
        </p:txBody>
      </p:sp>
      <p:sp>
        <p:nvSpPr>
          <p:cNvPr id="50" name="Text 25"/>
          <p:cNvSpPr/>
          <p:nvPr/>
        </p:nvSpPr>
        <p:spPr>
          <a:xfrm>
            <a:off x="6213918" y="249634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Enemy entity – movement pattern, egg drop timing</a:t>
            </a:r>
            <a:endParaRPr lang="en-US" sz="1400" dirty="0"/>
          </a:p>
        </p:txBody>
      </p:sp>
      <p:sp>
        <p:nvSpPr>
          <p:cNvPr id="51" name="Shape 26"/>
          <p:cNvSpPr/>
          <p:nvPr/>
        </p:nvSpPr>
        <p:spPr>
          <a:xfrm>
            <a:off x="6049326" y="2944400"/>
            <a:ext cx="4206240" cy="704088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Shape 27"/>
          <p:cNvSpPr/>
          <p:nvPr/>
        </p:nvSpPr>
        <p:spPr>
          <a:xfrm>
            <a:off x="6049326" y="2944400"/>
            <a:ext cx="64008" cy="704088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53" name="Text 28"/>
          <p:cNvSpPr/>
          <p:nvPr/>
        </p:nvSpPr>
        <p:spPr>
          <a:xfrm>
            <a:off x="6213918" y="2980976"/>
            <a:ext cx="38404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FallingObject.java</a:t>
            </a:r>
            <a:endParaRPr lang="en-US" sz="1600" dirty="0"/>
          </a:p>
        </p:txBody>
      </p:sp>
      <p:sp>
        <p:nvSpPr>
          <p:cNvPr id="54" name="Text 29"/>
          <p:cNvSpPr/>
          <p:nvPr/>
        </p:nvSpPr>
        <p:spPr>
          <a:xfrm>
            <a:off x="6213918" y="32918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Egg entity – gravity, position, catch/miss logic</a:t>
            </a:r>
            <a:endParaRPr lang="en-US" sz="1400" dirty="0"/>
          </a:p>
        </p:txBody>
      </p:sp>
      <p:sp>
        <p:nvSpPr>
          <p:cNvPr id="55" name="Shape 30"/>
          <p:cNvSpPr/>
          <p:nvPr/>
        </p:nvSpPr>
        <p:spPr>
          <a:xfrm>
            <a:off x="6049326" y="3739928"/>
            <a:ext cx="4206240" cy="704088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31"/>
          <p:cNvSpPr/>
          <p:nvPr/>
        </p:nvSpPr>
        <p:spPr>
          <a:xfrm>
            <a:off x="6049326" y="3739928"/>
            <a:ext cx="64008" cy="704088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57" name="Text 32"/>
          <p:cNvSpPr/>
          <p:nvPr/>
        </p:nvSpPr>
        <p:spPr>
          <a:xfrm>
            <a:off x="6213918" y="3776504"/>
            <a:ext cx="38404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Renderer.java</a:t>
            </a:r>
            <a:endParaRPr lang="en-US" sz="1600" dirty="0"/>
          </a:p>
        </p:txBody>
      </p:sp>
      <p:sp>
        <p:nvSpPr>
          <p:cNvPr id="58" name="Text 33"/>
          <p:cNvSpPr/>
          <p:nvPr/>
        </p:nvSpPr>
        <p:spPr>
          <a:xfrm>
            <a:off x="6213918" y="40874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Draw layer – renders all entities onto panel</a:t>
            </a:r>
            <a:endParaRPr lang="en-US" sz="1400" dirty="0"/>
          </a:p>
        </p:txBody>
      </p:sp>
      <p:sp>
        <p:nvSpPr>
          <p:cNvPr id="59" name="Shape 34"/>
          <p:cNvSpPr/>
          <p:nvPr/>
        </p:nvSpPr>
        <p:spPr>
          <a:xfrm>
            <a:off x="6049326" y="4535456"/>
            <a:ext cx="4206240" cy="704088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0" name="Shape 35"/>
          <p:cNvSpPr/>
          <p:nvPr/>
        </p:nvSpPr>
        <p:spPr>
          <a:xfrm>
            <a:off x="6049326" y="4535456"/>
            <a:ext cx="64008" cy="704088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61" name="Text 36"/>
          <p:cNvSpPr/>
          <p:nvPr/>
        </p:nvSpPr>
        <p:spPr>
          <a:xfrm>
            <a:off x="6213918" y="4572032"/>
            <a:ext cx="38404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SpriteAtlas.java</a:t>
            </a:r>
            <a:endParaRPr lang="en-US" sz="1600" dirty="0"/>
          </a:p>
        </p:txBody>
      </p:sp>
      <p:sp>
        <p:nvSpPr>
          <p:cNvPr id="62" name="Text 37"/>
          <p:cNvSpPr/>
          <p:nvPr/>
        </p:nvSpPr>
        <p:spPr>
          <a:xfrm>
            <a:off x="6213918" y="488292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Asset loader – parses atlas, returns sub-images</a:t>
            </a:r>
            <a:endParaRPr lang="en-US" sz="1400" dirty="0"/>
          </a:p>
        </p:txBody>
      </p:sp>
      <p:sp>
        <p:nvSpPr>
          <p:cNvPr id="63" name="Shape 38"/>
          <p:cNvSpPr/>
          <p:nvPr/>
        </p:nvSpPr>
        <p:spPr>
          <a:xfrm>
            <a:off x="6049326" y="5330984"/>
            <a:ext cx="4206240" cy="704088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4" name="Shape 39"/>
          <p:cNvSpPr/>
          <p:nvPr/>
        </p:nvSpPr>
        <p:spPr>
          <a:xfrm>
            <a:off x="6049326" y="5330984"/>
            <a:ext cx="64008" cy="704088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65" name="Text 40"/>
          <p:cNvSpPr/>
          <p:nvPr/>
        </p:nvSpPr>
        <p:spPr>
          <a:xfrm>
            <a:off x="6213918" y="5367560"/>
            <a:ext cx="38404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BitmapFont.java</a:t>
            </a:r>
            <a:endParaRPr lang="en-US" sz="1600" dirty="0"/>
          </a:p>
        </p:txBody>
      </p:sp>
      <p:sp>
        <p:nvSpPr>
          <p:cNvPr id="66" name="Text 41"/>
          <p:cNvSpPr/>
          <p:nvPr/>
        </p:nvSpPr>
        <p:spPr>
          <a:xfrm>
            <a:off x="6213918" y="567845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Font renderer – draws score/UI using texture atlas</a:t>
            </a:r>
            <a:endParaRPr lang="en-US" sz="1400" dirty="0"/>
          </a:p>
        </p:txBody>
      </p:sp>
      <p:sp>
        <p:nvSpPr>
          <p:cNvPr id="3" name="Shape 10"/>
          <p:cNvSpPr/>
          <p:nvPr/>
        </p:nvSpPr>
        <p:spPr>
          <a:xfrm>
            <a:off x="1614486" y="3739293"/>
            <a:ext cx="4206240" cy="704088"/>
          </a:xfrm>
          <a:prstGeom prst="rect">
            <a:avLst/>
          </a:prstGeom>
          <a:solidFill>
            <a:srgbClr val="16213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11"/>
          <p:cNvSpPr/>
          <p:nvPr/>
        </p:nvSpPr>
        <p:spPr>
          <a:xfrm>
            <a:off x="1614486" y="3739293"/>
            <a:ext cx="64008" cy="704088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9" name="Text 12"/>
          <p:cNvSpPr/>
          <p:nvPr/>
        </p:nvSpPr>
        <p:spPr>
          <a:xfrm>
            <a:off x="1779078" y="3775869"/>
            <a:ext cx="38404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Consolas" panose="020B0609020204030204" pitchFamily="34" charset="0"/>
                <a:cs typeface="Consolas" panose="020B0609020204030204" pitchFamily="34" charset="0"/>
              </a:rPr>
              <a:t>GameConfig.java</a:t>
            </a:r>
            <a:r>
              <a:rPr lang="en-US" altLang="en-US" sz="1600" dirty="0">
                <a:solidFill>
                  <a:schemeClr val="bg1"/>
                </a:solidFill>
              </a:rPr>
              <a:t> </a:t>
            </a:r>
            <a:endParaRPr lang="en-US" alt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13"/>
          <p:cNvSpPr/>
          <p:nvPr/>
        </p:nvSpPr>
        <p:spPr>
          <a:xfrm>
            <a:off x="1779078" y="4086765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Difficulty changer - changes the game’s speed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6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0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1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4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8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2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6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7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3" grpId="0" animBg="1"/>
      <p:bldP spid="34" grpId="0" animBg="1"/>
      <p:bldP spid="37" grpId="0" animBg="1"/>
      <p:bldP spid="38" grpId="0" animBg="1"/>
      <p:bldP spid="41" grpId="0" animBg="1"/>
      <p:bldP spid="42" grpId="0" animBg="1"/>
      <p:bldP spid="45" grpId="0" animBg="1"/>
      <p:bldP spid="46" grpId="0" animBg="1"/>
      <p:bldP spid="49" grpId="0" animBg="1"/>
      <p:bldP spid="50" grpId="0" animBg="1"/>
      <p:bldP spid="53" grpId="0" animBg="1"/>
      <p:bldP spid="54" grpId="0" animBg="1"/>
      <p:bldP spid="57" grpId="0" animBg="1"/>
      <p:bldP spid="58" grpId="0" animBg="1"/>
      <p:bldP spid="61" grpId="0" animBg="1"/>
      <p:bldP spid="62" grpId="0" animBg="1"/>
      <p:bldP spid="65" grpId="0" animBg="1"/>
      <p:bldP spid="66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Document 4"/>
          <p:cNvSpPr/>
          <p:nvPr/>
        </p:nvSpPr>
        <p:spPr>
          <a:xfrm>
            <a:off x="0" y="0"/>
            <a:ext cx="12192000" cy="332307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4BB8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Document 4"/>
          <p:cNvSpPr/>
          <p:nvPr/>
        </p:nvSpPr>
        <p:spPr>
          <a:xfrm>
            <a:off x="0" y="0"/>
            <a:ext cx="12192000" cy="269785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ocument 4"/>
          <p:cNvSpPr/>
          <p:nvPr/>
        </p:nvSpPr>
        <p:spPr>
          <a:xfrm>
            <a:off x="0" y="0"/>
            <a:ext cx="12192000" cy="214884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1591D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48945" y="659130"/>
            <a:ext cx="67633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Project Structure</a:t>
            </a:r>
            <a:endParaRPr lang="en-US" sz="48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9103" y="1302760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Backend</a:t>
            </a:r>
            <a:endParaRPr lang="en-US" sz="24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9" name="Text 1"/>
          <p:cNvSpPr/>
          <p:nvPr/>
        </p:nvSpPr>
        <p:spPr>
          <a:xfrm>
            <a:off x="1930272" y="5970391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10" name="Shape 2"/>
          <p:cNvSpPr/>
          <p:nvPr/>
        </p:nvSpPr>
        <p:spPr>
          <a:xfrm>
            <a:off x="2661792" y="1919599"/>
            <a:ext cx="6949440" cy="621792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3"/>
          <p:cNvSpPr/>
          <p:nvPr/>
        </p:nvSpPr>
        <p:spPr>
          <a:xfrm>
            <a:off x="2661792" y="1919599"/>
            <a:ext cx="82296" cy="621792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2" name="Text 4"/>
          <p:cNvSpPr/>
          <p:nvPr/>
        </p:nvSpPr>
        <p:spPr>
          <a:xfrm>
            <a:off x="2862960" y="1956175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Entry Layer</a:t>
            </a:r>
            <a:endParaRPr lang="en-US" sz="1400" dirty="0"/>
          </a:p>
        </p:txBody>
      </p:sp>
      <p:sp>
        <p:nvSpPr>
          <p:cNvPr id="13" name="Text 5"/>
          <p:cNvSpPr/>
          <p:nvPr/>
        </p:nvSpPr>
        <p:spPr>
          <a:xfrm>
            <a:off x="2862960" y="2239639"/>
            <a:ext cx="6492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  →  GameWindow</a:t>
            </a: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6045072" y="2541391"/>
            <a:ext cx="0" cy="155448"/>
          </a:xfrm>
          <a:prstGeom prst="line">
            <a:avLst/>
          </a:prstGeom>
          <a:noFill/>
          <a:ln w="19050">
            <a:solidFill>
              <a:srgbClr val="9FA8B8"/>
            </a:solidFill>
            <a:prstDash val="solid"/>
          </a:ln>
        </p:spPr>
      </p:sp>
      <p:sp>
        <p:nvSpPr>
          <p:cNvPr id="15" name="Text 7"/>
          <p:cNvSpPr/>
          <p:nvPr/>
        </p:nvSpPr>
        <p:spPr>
          <a:xfrm>
            <a:off x="5816472" y="257796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A8B8"/>
                </a:solidFill>
              </a:rPr>
              <a:t>▼</a:t>
            </a:r>
            <a:endParaRPr lang="en-US" sz="1100" dirty="0"/>
          </a:p>
        </p:txBody>
      </p:sp>
      <p:sp>
        <p:nvSpPr>
          <p:cNvPr id="16" name="Shape 8"/>
          <p:cNvSpPr/>
          <p:nvPr/>
        </p:nvSpPr>
        <p:spPr>
          <a:xfrm>
            <a:off x="2661792" y="2696839"/>
            <a:ext cx="6949440" cy="621792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9"/>
          <p:cNvSpPr/>
          <p:nvPr/>
        </p:nvSpPr>
        <p:spPr>
          <a:xfrm>
            <a:off x="2661792" y="2696839"/>
            <a:ext cx="82296" cy="62179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8" name="Text 10"/>
          <p:cNvSpPr/>
          <p:nvPr/>
        </p:nvSpPr>
        <p:spPr>
          <a:xfrm>
            <a:off x="2862960" y="2733415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Loop Layer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2862960" y="3016879"/>
            <a:ext cx="6492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GamePanel  (update / render / input)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6045072" y="3318631"/>
            <a:ext cx="0" cy="155448"/>
          </a:xfrm>
          <a:prstGeom prst="line">
            <a:avLst/>
          </a:prstGeom>
          <a:noFill/>
          <a:ln w="19050">
            <a:solidFill>
              <a:srgbClr val="9FA8B8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5816472" y="335443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A8B8"/>
                </a:solidFill>
              </a:rPr>
              <a:t>▼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2661792" y="3474079"/>
            <a:ext cx="6949440" cy="621792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2661792" y="3474079"/>
            <a:ext cx="82296" cy="62179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24" name="Text 16"/>
          <p:cNvSpPr/>
          <p:nvPr/>
        </p:nvSpPr>
        <p:spPr>
          <a:xfrm>
            <a:off x="2862960" y="3510655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World / Logic Layer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2862960" y="3794119"/>
            <a:ext cx="6492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World   Basket   Chicken   FallingObject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6045072" y="4095871"/>
            <a:ext cx="0" cy="155448"/>
          </a:xfrm>
          <a:prstGeom prst="line">
            <a:avLst/>
          </a:prstGeom>
          <a:noFill/>
          <a:ln w="19050">
            <a:solidFill>
              <a:srgbClr val="9FA8B8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5816472" y="413244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A8B8"/>
                </a:solidFill>
              </a:rPr>
              <a:t>▼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2661792" y="4251319"/>
            <a:ext cx="6949440" cy="621792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2661792" y="4251319"/>
            <a:ext cx="82296" cy="621792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30" name="Text 22"/>
          <p:cNvSpPr/>
          <p:nvPr/>
        </p:nvSpPr>
        <p:spPr>
          <a:xfrm>
            <a:off x="2862960" y="4287895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Rendering Layer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2862960" y="4571359"/>
            <a:ext cx="6492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Renderer   BitmapFont   SpriteAtlas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6045072" y="4873111"/>
            <a:ext cx="0" cy="155448"/>
          </a:xfrm>
          <a:prstGeom prst="line">
            <a:avLst/>
          </a:prstGeom>
          <a:noFill/>
          <a:ln w="19050">
            <a:solidFill>
              <a:srgbClr val="9FA8B8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816472" y="490968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A8B8"/>
                </a:solidFill>
              </a:rPr>
              <a:t>▼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2661792" y="5028559"/>
            <a:ext cx="6949440" cy="621792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2661792" y="5028559"/>
            <a:ext cx="82296" cy="621792"/>
          </a:xfrm>
          <a:prstGeom prst="rect">
            <a:avLst/>
          </a:prstGeom>
          <a:solidFill>
            <a:srgbClr val="9FA8B8"/>
          </a:solidFill>
        </p:spPr>
      </p:sp>
      <p:sp>
        <p:nvSpPr>
          <p:cNvPr id="36" name="Text 28"/>
          <p:cNvSpPr/>
          <p:nvPr/>
        </p:nvSpPr>
        <p:spPr>
          <a:xfrm>
            <a:off x="2862960" y="5065135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Asset Layer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2862960" y="5348599"/>
            <a:ext cx="6492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egg-catcher.atlas   egg-catcher.png   BoxyBold.fnt/png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8" grpId="0" animBg="1"/>
      <p:bldP spid="19" grpId="0" animBg="1"/>
      <p:bldP spid="21" grpId="0" animBg="1"/>
      <p:bldP spid="24" grpId="0" animBg="1"/>
      <p:bldP spid="25" grpId="0" animBg="1"/>
      <p:bldP spid="27" grpId="0" animBg="1"/>
      <p:bldP spid="30" grpId="0" animBg="1"/>
      <p:bldP spid="31" grpId="0" animBg="1"/>
      <p:bldP spid="33" grpId="0" animBg="1"/>
      <p:bldP spid="36" grpId="0" animBg="1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Document 4"/>
          <p:cNvSpPr/>
          <p:nvPr/>
        </p:nvSpPr>
        <p:spPr>
          <a:xfrm>
            <a:off x="0" y="0"/>
            <a:ext cx="12192000" cy="332307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4BB8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Document 4"/>
          <p:cNvSpPr/>
          <p:nvPr/>
        </p:nvSpPr>
        <p:spPr>
          <a:xfrm>
            <a:off x="0" y="0"/>
            <a:ext cx="12192000" cy="269785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ocument 4"/>
          <p:cNvSpPr/>
          <p:nvPr/>
        </p:nvSpPr>
        <p:spPr>
          <a:xfrm>
            <a:off x="0" y="0"/>
            <a:ext cx="12192000" cy="214884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1591D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48945" y="659130"/>
            <a:ext cx="77698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Project Structure</a:t>
            </a:r>
            <a:endParaRPr lang="en-US" sz="48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9103" y="1302760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Backend</a:t>
            </a:r>
            <a:endParaRPr lang="en-US" sz="24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9" name="Text 1"/>
          <p:cNvSpPr/>
          <p:nvPr/>
        </p:nvSpPr>
        <p:spPr>
          <a:xfrm>
            <a:off x="1559560" y="1906016"/>
            <a:ext cx="8732520" cy="594360"/>
          </a:xfrm>
          <a:prstGeom prst="rect">
            <a:avLst/>
          </a:prstGeom>
          <a:solidFill>
            <a:srgbClr val="0F346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 &amp; Design Patterns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559560" y="2646680"/>
            <a:ext cx="4206240" cy="1207008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3"/>
          <p:cNvSpPr/>
          <p:nvPr/>
        </p:nvSpPr>
        <p:spPr>
          <a:xfrm>
            <a:off x="1696720" y="273812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🔁</a:t>
            </a:r>
            <a:endParaRPr lang="en-US" sz="3200" dirty="0"/>
          </a:p>
        </p:txBody>
      </p:sp>
      <p:sp>
        <p:nvSpPr>
          <p:cNvPr id="12" name="Text 4"/>
          <p:cNvSpPr/>
          <p:nvPr/>
        </p:nvSpPr>
        <p:spPr>
          <a:xfrm>
            <a:off x="2291080" y="2738120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Loop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2291080" y="3122168"/>
            <a:ext cx="3337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GamePanel drives fixed-timestep update + render cycle via Swing's paintComponent and a Timer/Thread.</a:t>
            </a:r>
            <a:endParaRPr lang="en-US" sz="1200" dirty="0"/>
          </a:p>
        </p:txBody>
      </p:sp>
      <p:sp>
        <p:nvSpPr>
          <p:cNvPr id="14" name="Shape 6"/>
          <p:cNvSpPr/>
          <p:nvPr/>
        </p:nvSpPr>
        <p:spPr>
          <a:xfrm>
            <a:off x="6040120" y="2646680"/>
            <a:ext cx="4206240" cy="1207008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7"/>
          <p:cNvSpPr/>
          <p:nvPr/>
        </p:nvSpPr>
        <p:spPr>
          <a:xfrm>
            <a:off x="6177280" y="273812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👂</a:t>
            </a:r>
            <a:endParaRPr lang="en-US" sz="3200" dirty="0"/>
          </a:p>
        </p:txBody>
      </p:sp>
      <p:sp>
        <p:nvSpPr>
          <p:cNvPr id="16" name="Text 8"/>
          <p:cNvSpPr/>
          <p:nvPr/>
        </p:nvSpPr>
        <p:spPr>
          <a:xfrm>
            <a:off x="6771640" y="2738120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Event-Driven Input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6771640" y="3122168"/>
            <a:ext cx="3337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World.Listener interface decouples input events from entity logic — clean observer pattern.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1559560" y="3999992"/>
            <a:ext cx="4206240" cy="1207008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1"/>
          <p:cNvSpPr/>
          <p:nvPr/>
        </p:nvSpPr>
        <p:spPr>
          <a:xfrm>
            <a:off x="1696720" y="409143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📐</a:t>
            </a:r>
            <a:endParaRPr lang="en-US" sz="3200" dirty="0"/>
          </a:p>
        </p:txBody>
      </p:sp>
      <p:sp>
        <p:nvSpPr>
          <p:cNvPr id="20" name="Text 12"/>
          <p:cNvSpPr/>
          <p:nvPr/>
        </p:nvSpPr>
        <p:spPr>
          <a:xfrm>
            <a:off x="2291080" y="4091432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Separation of Concerns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2291080" y="4475480"/>
            <a:ext cx="3337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Logic (World), rendering (Renderer), assets (SpriteAtlas, BitmapFont), and I/O (GamePanel) are split into dedicated classes.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040120" y="3999992"/>
            <a:ext cx="4206240" cy="1207008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6177280" y="409143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🎭</a:t>
            </a:r>
            <a:endParaRPr lang="en-US" sz="3200" dirty="0"/>
          </a:p>
        </p:txBody>
      </p:sp>
      <p:sp>
        <p:nvSpPr>
          <p:cNvPr id="24" name="Text 16"/>
          <p:cNvSpPr/>
          <p:nvPr/>
        </p:nvSpPr>
        <p:spPr>
          <a:xfrm>
            <a:off x="6771640" y="4091432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Sprite-Based Graphics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6771640" y="4475480"/>
            <a:ext cx="3337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game visuals use a single sprite sheet with atlas mapping — efficient GPU texture usage.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1559560" y="5353304"/>
            <a:ext cx="4206240" cy="1207008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1696720" y="5444744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28" name="Text 20"/>
          <p:cNvSpPr/>
          <p:nvPr/>
        </p:nvSpPr>
        <p:spPr>
          <a:xfrm>
            <a:off x="2291080" y="5444744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Self-Contained Build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2291080" y="5828792"/>
            <a:ext cx="3337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compile-and-run scripts bundle compile + launch in one step; no external build tools required.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040120" y="5353304"/>
            <a:ext cx="4206240" cy="1207008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3"/>
          <p:cNvSpPr/>
          <p:nvPr/>
        </p:nvSpPr>
        <p:spPr>
          <a:xfrm>
            <a:off x="6177280" y="5444744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 smtClean="0">
                <a:solidFill>
                  <a:srgbClr val="000000"/>
                </a:solidFill>
              </a:rPr>
              <a:t>🖥</a:t>
            </a:r>
            <a:endParaRPr lang="en-US" sz="3200" dirty="0"/>
          </a:p>
        </p:txBody>
      </p:sp>
      <p:sp>
        <p:nvSpPr>
          <p:cNvPr id="32" name="Text 24"/>
          <p:cNvSpPr/>
          <p:nvPr/>
        </p:nvSpPr>
        <p:spPr>
          <a:xfrm>
            <a:off x="6771640" y="5444744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Cross-Platform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6771640" y="5828792"/>
            <a:ext cx="3337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Pure Java Swing — runs on any OS with a JDK installed. Both .bat (Windows) and .sh (Unix) scripts provided.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Document 4"/>
          <p:cNvSpPr/>
          <p:nvPr/>
        </p:nvSpPr>
        <p:spPr>
          <a:xfrm>
            <a:off x="0" y="0"/>
            <a:ext cx="12192000" cy="332307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4BB8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Document 4"/>
          <p:cNvSpPr/>
          <p:nvPr/>
        </p:nvSpPr>
        <p:spPr>
          <a:xfrm>
            <a:off x="0" y="0"/>
            <a:ext cx="12192000" cy="269785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ocument 4"/>
          <p:cNvSpPr/>
          <p:nvPr/>
        </p:nvSpPr>
        <p:spPr>
          <a:xfrm>
            <a:off x="0" y="0"/>
            <a:ext cx="12192000" cy="214884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1591D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49103" y="658921"/>
            <a:ext cx="4645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How to Run</a:t>
            </a:r>
            <a:endParaRPr lang="en-US" sz="48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1610356" y="1493716"/>
            <a:ext cx="8925560" cy="948944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"/>
          <p:cNvSpPr/>
          <p:nvPr/>
        </p:nvSpPr>
        <p:spPr>
          <a:xfrm>
            <a:off x="1610355" y="1493716"/>
            <a:ext cx="719803" cy="948944"/>
          </a:xfrm>
          <a:prstGeom prst="rect">
            <a:avLst/>
          </a:prstGeom>
          <a:solidFill>
            <a:srgbClr val="23A9D9"/>
          </a:solidFill>
        </p:spPr>
      </p:sp>
      <p:sp>
        <p:nvSpPr>
          <p:cNvPr id="37" name="Text 4"/>
          <p:cNvSpPr/>
          <p:nvPr/>
        </p:nvSpPr>
        <p:spPr>
          <a:xfrm>
            <a:off x="1610355" y="1493716"/>
            <a:ext cx="719803" cy="948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dirty="0"/>
          </a:p>
        </p:txBody>
      </p:sp>
      <p:sp>
        <p:nvSpPr>
          <p:cNvPr id="38" name="Text 5"/>
          <p:cNvSpPr/>
          <p:nvPr/>
        </p:nvSpPr>
        <p:spPr>
          <a:xfrm>
            <a:off x="2433316" y="1702317"/>
            <a:ext cx="3359082" cy="3745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Prerequisites</a:t>
            </a:r>
            <a:endParaRPr lang="en-US" dirty="0"/>
          </a:p>
        </p:txBody>
      </p:sp>
      <p:sp>
        <p:nvSpPr>
          <p:cNvPr id="39" name="Text 6"/>
          <p:cNvSpPr/>
          <p:nvPr/>
        </p:nvSpPr>
        <p:spPr>
          <a:xfrm>
            <a:off x="2433315" y="2019897"/>
            <a:ext cx="7773875" cy="3496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A8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Install Java JDK (8 or higher). Verify with: java -version</a:t>
            </a:r>
            <a:endParaRPr lang="en-US" sz="1600" dirty="0"/>
          </a:p>
        </p:txBody>
      </p:sp>
      <p:sp>
        <p:nvSpPr>
          <p:cNvPr id="40" name="Shape 7"/>
          <p:cNvSpPr/>
          <p:nvPr/>
        </p:nvSpPr>
        <p:spPr>
          <a:xfrm>
            <a:off x="1610356" y="2551552"/>
            <a:ext cx="8925560" cy="948944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8"/>
          <p:cNvSpPr/>
          <p:nvPr/>
        </p:nvSpPr>
        <p:spPr>
          <a:xfrm>
            <a:off x="1610355" y="2551552"/>
            <a:ext cx="719803" cy="948944"/>
          </a:xfrm>
          <a:prstGeom prst="rect">
            <a:avLst/>
          </a:prstGeom>
          <a:solidFill>
            <a:srgbClr val="23A9D9"/>
          </a:solidFill>
        </p:spPr>
      </p:sp>
      <p:sp>
        <p:nvSpPr>
          <p:cNvPr id="42" name="Text 9"/>
          <p:cNvSpPr/>
          <p:nvPr/>
        </p:nvSpPr>
        <p:spPr>
          <a:xfrm>
            <a:off x="1610355" y="2551552"/>
            <a:ext cx="719803" cy="948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dirty="0"/>
          </a:p>
        </p:txBody>
      </p:sp>
      <p:sp>
        <p:nvSpPr>
          <p:cNvPr id="43" name="Text 10"/>
          <p:cNvSpPr/>
          <p:nvPr/>
        </p:nvSpPr>
        <p:spPr>
          <a:xfrm>
            <a:off x="2433316" y="2760153"/>
            <a:ext cx="3359082" cy="3745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 Archive</a:t>
            </a:r>
            <a:endParaRPr lang="en-US" dirty="0"/>
          </a:p>
        </p:txBody>
      </p:sp>
      <p:sp>
        <p:nvSpPr>
          <p:cNvPr id="44" name="Text 11"/>
          <p:cNvSpPr/>
          <p:nvPr/>
        </p:nvSpPr>
        <p:spPr>
          <a:xfrm>
            <a:off x="2433315" y="3077733"/>
            <a:ext cx="7773875" cy="3496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A8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Unzip or unrar the eggcatcher project to a local directory</a:t>
            </a:r>
            <a:endParaRPr lang="en-US" sz="1600" dirty="0"/>
          </a:p>
        </p:txBody>
      </p:sp>
      <p:sp>
        <p:nvSpPr>
          <p:cNvPr id="45" name="Shape 12"/>
          <p:cNvSpPr/>
          <p:nvPr/>
        </p:nvSpPr>
        <p:spPr>
          <a:xfrm>
            <a:off x="1610355" y="3626255"/>
            <a:ext cx="8925560" cy="948944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13"/>
          <p:cNvSpPr/>
          <p:nvPr/>
        </p:nvSpPr>
        <p:spPr>
          <a:xfrm>
            <a:off x="1610354" y="3626255"/>
            <a:ext cx="719803" cy="948944"/>
          </a:xfrm>
          <a:prstGeom prst="rect">
            <a:avLst/>
          </a:prstGeom>
          <a:solidFill>
            <a:srgbClr val="23A9D9"/>
          </a:solidFill>
        </p:spPr>
      </p:sp>
      <p:sp>
        <p:nvSpPr>
          <p:cNvPr id="47" name="Text 14"/>
          <p:cNvSpPr/>
          <p:nvPr/>
        </p:nvSpPr>
        <p:spPr>
          <a:xfrm>
            <a:off x="1610354" y="3626255"/>
            <a:ext cx="719803" cy="948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dirty="0"/>
          </a:p>
        </p:txBody>
      </p:sp>
      <p:sp>
        <p:nvSpPr>
          <p:cNvPr id="48" name="Text 15"/>
          <p:cNvSpPr/>
          <p:nvPr/>
        </p:nvSpPr>
        <p:spPr>
          <a:xfrm>
            <a:off x="2433315" y="3834856"/>
            <a:ext cx="3359082" cy="3745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on Windows</a:t>
            </a:r>
            <a:endParaRPr lang="en-US" dirty="0"/>
          </a:p>
        </p:txBody>
      </p:sp>
      <p:sp>
        <p:nvSpPr>
          <p:cNvPr id="49" name="Text 16"/>
          <p:cNvSpPr/>
          <p:nvPr/>
        </p:nvSpPr>
        <p:spPr>
          <a:xfrm>
            <a:off x="2433314" y="4152436"/>
            <a:ext cx="7773875" cy="3496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A8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Double-click  compile-and-run.bat  or run it from Command Prompt</a:t>
            </a:r>
            <a:endParaRPr lang="en-US" sz="1600" dirty="0"/>
          </a:p>
        </p:txBody>
      </p:sp>
      <p:sp>
        <p:nvSpPr>
          <p:cNvPr id="50" name="Shape 17"/>
          <p:cNvSpPr/>
          <p:nvPr/>
        </p:nvSpPr>
        <p:spPr>
          <a:xfrm>
            <a:off x="1610354" y="4696617"/>
            <a:ext cx="8925560" cy="948944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Shape 18"/>
          <p:cNvSpPr/>
          <p:nvPr/>
        </p:nvSpPr>
        <p:spPr>
          <a:xfrm>
            <a:off x="1610353" y="4696617"/>
            <a:ext cx="719803" cy="948944"/>
          </a:xfrm>
          <a:prstGeom prst="rect">
            <a:avLst/>
          </a:prstGeom>
          <a:solidFill>
            <a:srgbClr val="23A9D9"/>
          </a:solidFill>
        </p:spPr>
      </p:sp>
      <p:sp>
        <p:nvSpPr>
          <p:cNvPr id="52" name="Text 19"/>
          <p:cNvSpPr/>
          <p:nvPr/>
        </p:nvSpPr>
        <p:spPr>
          <a:xfrm>
            <a:off x="1610353" y="4696617"/>
            <a:ext cx="719803" cy="948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dirty="0"/>
          </a:p>
        </p:txBody>
      </p:sp>
      <p:sp>
        <p:nvSpPr>
          <p:cNvPr id="53" name="Text 20"/>
          <p:cNvSpPr/>
          <p:nvPr/>
        </p:nvSpPr>
        <p:spPr>
          <a:xfrm>
            <a:off x="2433314" y="4905218"/>
            <a:ext cx="3359082" cy="3745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on Linux / Mac</a:t>
            </a:r>
            <a:endParaRPr lang="en-US" dirty="0"/>
          </a:p>
        </p:txBody>
      </p:sp>
      <p:sp>
        <p:nvSpPr>
          <p:cNvPr id="54" name="Text 21"/>
          <p:cNvSpPr/>
          <p:nvPr/>
        </p:nvSpPr>
        <p:spPr>
          <a:xfrm>
            <a:off x="2433313" y="5222798"/>
            <a:ext cx="7773875" cy="3496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A8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chmod +x compile-and-run.sh &amp;&amp; ./compile-and-run.sh</a:t>
            </a:r>
            <a:endParaRPr lang="en-US" sz="1600" dirty="0"/>
          </a:p>
        </p:txBody>
      </p:sp>
      <p:sp>
        <p:nvSpPr>
          <p:cNvPr id="55" name="Shape 22"/>
          <p:cNvSpPr/>
          <p:nvPr/>
        </p:nvSpPr>
        <p:spPr>
          <a:xfrm>
            <a:off x="1610354" y="5766979"/>
            <a:ext cx="8925560" cy="948944"/>
          </a:xfrm>
          <a:prstGeom prst="rect">
            <a:avLst/>
          </a:prstGeom>
          <a:solidFill>
            <a:srgbClr val="0F3460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23"/>
          <p:cNvSpPr/>
          <p:nvPr/>
        </p:nvSpPr>
        <p:spPr>
          <a:xfrm>
            <a:off x="1610353" y="5766979"/>
            <a:ext cx="719803" cy="948944"/>
          </a:xfrm>
          <a:prstGeom prst="rect">
            <a:avLst/>
          </a:prstGeom>
          <a:solidFill>
            <a:srgbClr val="23A9D9"/>
          </a:solidFill>
        </p:spPr>
      </p:sp>
      <p:sp>
        <p:nvSpPr>
          <p:cNvPr id="57" name="Text 24"/>
          <p:cNvSpPr/>
          <p:nvPr/>
        </p:nvSpPr>
        <p:spPr>
          <a:xfrm>
            <a:off x="1610353" y="5766979"/>
            <a:ext cx="719803" cy="948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dirty="0"/>
          </a:p>
        </p:txBody>
      </p:sp>
      <p:sp>
        <p:nvSpPr>
          <p:cNvPr id="58" name="Text 25"/>
          <p:cNvSpPr/>
          <p:nvPr/>
        </p:nvSpPr>
        <p:spPr>
          <a:xfrm>
            <a:off x="2433314" y="5975580"/>
            <a:ext cx="3359082" cy="3745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Play!</a:t>
            </a:r>
            <a:endParaRPr lang="en-US" dirty="0"/>
          </a:p>
        </p:txBody>
      </p:sp>
      <p:sp>
        <p:nvSpPr>
          <p:cNvPr id="59" name="Text 26"/>
          <p:cNvSpPr/>
          <p:nvPr/>
        </p:nvSpPr>
        <p:spPr>
          <a:xfrm>
            <a:off x="2433313" y="6293160"/>
            <a:ext cx="7773875" cy="3496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A8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 ← → arrow keys to move the basket and catch falling eggs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3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3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3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3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3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3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3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3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3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3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3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3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3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3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3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3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3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3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3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3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3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3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3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3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3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3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3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3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3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2" grpId="0" animBg="1"/>
      <p:bldP spid="43" grpId="0" animBg="1"/>
      <p:bldP spid="44" grpId="0" animBg="1"/>
      <p:bldP spid="47" grpId="0" animBg="1"/>
      <p:bldP spid="48" grpId="0" animBg="1"/>
      <p:bldP spid="49" grpId="0" animBg="1"/>
      <p:bldP spid="52" grpId="0" animBg="1"/>
      <p:bldP spid="53" grpId="0" animBg="1"/>
      <p:bldP spid="54" grpId="0" animBg="1"/>
      <p:bldP spid="57" grpId="0" animBg="1"/>
      <p:bldP spid="58" grpId="0" animBg="1"/>
      <p:bldP spid="5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Document 4"/>
          <p:cNvSpPr/>
          <p:nvPr/>
        </p:nvSpPr>
        <p:spPr>
          <a:xfrm>
            <a:off x="0" y="0"/>
            <a:ext cx="12192000" cy="332307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4BB8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Document 4"/>
          <p:cNvSpPr/>
          <p:nvPr/>
        </p:nvSpPr>
        <p:spPr>
          <a:xfrm>
            <a:off x="0" y="0"/>
            <a:ext cx="12192000" cy="269785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ocument 4"/>
          <p:cNvSpPr/>
          <p:nvPr/>
        </p:nvSpPr>
        <p:spPr>
          <a:xfrm>
            <a:off x="0" y="0"/>
            <a:ext cx="12192000" cy="214884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1591D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49103" y="658921"/>
            <a:ext cx="4645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.VnBlack" panose="020B7200000000000000" pitchFamily="34" charset="0"/>
              </a:rPr>
              <a:t>Summary</a:t>
            </a:r>
            <a:endParaRPr lang="en-US" sz="4800" b="1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6448" y="3282901"/>
            <a:ext cx="2619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Egg </a:t>
            </a:r>
            <a:r>
              <a:rPr lang="en-US" sz="36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Catcher: </a:t>
            </a:r>
            <a:endParaRPr lang="en-US" sz="3600" dirty="0"/>
          </a:p>
        </p:txBody>
      </p:sp>
      <p:sp>
        <p:nvSpPr>
          <p:cNvPr id="32" name="Rectangle 31"/>
          <p:cNvSpPr/>
          <p:nvPr/>
        </p:nvSpPr>
        <p:spPr>
          <a:xfrm>
            <a:off x="3456064" y="3263848"/>
            <a:ext cx="86038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2D arcade game demonstrating clean Java OOP design,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sprite-based graphics, and a structured game loop architecture.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58232" y="4373461"/>
            <a:ext cx="1778000" cy="460375"/>
          </a:xfrm>
          <a:prstGeom prst="rect">
            <a:avLst/>
          </a:prstGeom>
          <a:solidFill>
            <a:srgbClr val="1591D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Classes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794726" y="4373460"/>
            <a:ext cx="1829594" cy="461665"/>
          </a:xfrm>
          <a:prstGeom prst="rect">
            <a:avLst/>
          </a:prstGeom>
          <a:solidFill>
            <a:srgbClr val="1591D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Swing 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300094" y="5279354"/>
            <a:ext cx="1991360" cy="461665"/>
          </a:xfrm>
          <a:prstGeom prst="rect">
            <a:avLst/>
          </a:prstGeom>
          <a:solidFill>
            <a:srgbClr val="1591D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Sprite Atlas 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958046" y="5279353"/>
            <a:ext cx="2697480" cy="461665"/>
          </a:xfrm>
          <a:prstGeom prst="rect">
            <a:avLst/>
          </a:prstGeom>
          <a:solidFill>
            <a:srgbClr val="1591D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Cross-Platform</a:t>
            </a:r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582814" y="4381470"/>
            <a:ext cx="2032000" cy="461665"/>
          </a:xfrm>
          <a:prstGeom prst="rect">
            <a:avLst/>
          </a:prstGeom>
          <a:solidFill>
            <a:srgbClr val="1591D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Bitmap Font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2" grpId="0"/>
      <p:bldP spid="9" grpId="0" bldLvl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Document 4"/>
          <p:cNvSpPr/>
          <p:nvPr/>
        </p:nvSpPr>
        <p:spPr>
          <a:xfrm>
            <a:off x="0" y="0"/>
            <a:ext cx="12192000" cy="332307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4BB8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Document 4"/>
          <p:cNvSpPr/>
          <p:nvPr/>
        </p:nvSpPr>
        <p:spPr>
          <a:xfrm>
            <a:off x="0" y="0"/>
            <a:ext cx="12192000" cy="269785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ocument 4"/>
          <p:cNvSpPr/>
          <p:nvPr/>
        </p:nvSpPr>
        <p:spPr>
          <a:xfrm>
            <a:off x="0" y="0"/>
            <a:ext cx="12192000" cy="214884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0 h 21065"/>
              <a:gd name="connsiteX1-3" fmla="*/ 21600 w 21600"/>
              <a:gd name="connsiteY1-4" fmla="*/ 0 h 21065"/>
              <a:gd name="connsiteX2-5" fmla="*/ 21600 w 21600"/>
              <a:gd name="connsiteY2-6" fmla="*/ 17322 h 21065"/>
              <a:gd name="connsiteX3-7" fmla="*/ 11286 w 21600"/>
              <a:gd name="connsiteY3-8" fmla="*/ 15667 h 21065"/>
              <a:gd name="connsiteX4-9" fmla="*/ 0 w 21600"/>
              <a:gd name="connsiteY4-10" fmla="*/ 20172 h 21065"/>
              <a:gd name="connsiteX5" fmla="*/ 0 w 21600"/>
              <a:gd name="connsiteY5" fmla="*/ 0 h 21065"/>
              <a:gd name="connsiteX0-11" fmla="*/ 0 w 21600"/>
              <a:gd name="connsiteY0-12" fmla="*/ 0 h 21136"/>
              <a:gd name="connsiteX1-13" fmla="*/ 21600 w 21600"/>
              <a:gd name="connsiteY1-14" fmla="*/ 0 h 21136"/>
              <a:gd name="connsiteX2-15" fmla="*/ 21600 w 21600"/>
              <a:gd name="connsiteY2-16" fmla="*/ 17322 h 21136"/>
              <a:gd name="connsiteX3-17" fmla="*/ 11286 w 21600"/>
              <a:gd name="connsiteY3-18" fmla="*/ 15667 h 21136"/>
              <a:gd name="connsiteX4-19" fmla="*/ 5508 w 21600"/>
              <a:gd name="connsiteY4-20" fmla="*/ 17058 h 21136"/>
              <a:gd name="connsiteX5-21" fmla="*/ 0 w 21600"/>
              <a:gd name="connsiteY5-22" fmla="*/ 20172 h 21136"/>
              <a:gd name="connsiteX6" fmla="*/ 0 w 21600"/>
              <a:gd name="connsiteY6" fmla="*/ 0 h 21136"/>
              <a:gd name="connsiteX0-23" fmla="*/ 0 w 21600"/>
              <a:gd name="connsiteY0-24" fmla="*/ 0 h 21136"/>
              <a:gd name="connsiteX1-25" fmla="*/ 21600 w 21600"/>
              <a:gd name="connsiteY1-26" fmla="*/ 0 h 21136"/>
              <a:gd name="connsiteX2-27" fmla="*/ 21600 w 21600"/>
              <a:gd name="connsiteY2-28" fmla="*/ 17322 h 21136"/>
              <a:gd name="connsiteX3-29" fmla="*/ 17307 w 21600"/>
              <a:gd name="connsiteY3-30" fmla="*/ 12144 h 21136"/>
              <a:gd name="connsiteX4-31" fmla="*/ 11286 w 21600"/>
              <a:gd name="connsiteY4-32" fmla="*/ 15667 h 21136"/>
              <a:gd name="connsiteX5-33" fmla="*/ 5508 w 21600"/>
              <a:gd name="connsiteY5-34" fmla="*/ 17058 h 21136"/>
              <a:gd name="connsiteX6-35" fmla="*/ 0 w 21600"/>
              <a:gd name="connsiteY6-36" fmla="*/ 20172 h 21136"/>
              <a:gd name="connsiteX7" fmla="*/ 0 w 21600"/>
              <a:gd name="connsiteY7" fmla="*/ 0 h 21136"/>
              <a:gd name="connsiteX0-37" fmla="*/ 0 w 21627"/>
              <a:gd name="connsiteY0-38" fmla="*/ 0 h 21136"/>
              <a:gd name="connsiteX1-39" fmla="*/ 21600 w 21627"/>
              <a:gd name="connsiteY1-40" fmla="*/ 0 h 21136"/>
              <a:gd name="connsiteX2-41" fmla="*/ 21627 w 21627"/>
              <a:gd name="connsiteY2-42" fmla="*/ 18991 h 21136"/>
              <a:gd name="connsiteX3-43" fmla="*/ 17307 w 21627"/>
              <a:gd name="connsiteY3-44" fmla="*/ 12144 h 21136"/>
              <a:gd name="connsiteX4-45" fmla="*/ 11286 w 21627"/>
              <a:gd name="connsiteY4-46" fmla="*/ 15667 h 21136"/>
              <a:gd name="connsiteX5-47" fmla="*/ 5508 w 21627"/>
              <a:gd name="connsiteY5-48" fmla="*/ 17058 h 21136"/>
              <a:gd name="connsiteX6-49" fmla="*/ 0 w 21627"/>
              <a:gd name="connsiteY6-50" fmla="*/ 20172 h 21136"/>
              <a:gd name="connsiteX7-51" fmla="*/ 0 w 21627"/>
              <a:gd name="connsiteY7-52" fmla="*/ 0 h 21136"/>
              <a:gd name="connsiteX0-53" fmla="*/ 0 w 21627"/>
              <a:gd name="connsiteY0-54" fmla="*/ 0 h 21136"/>
              <a:gd name="connsiteX1-55" fmla="*/ 21600 w 21627"/>
              <a:gd name="connsiteY1-56" fmla="*/ 0 h 21136"/>
              <a:gd name="connsiteX2-57" fmla="*/ 21627 w 21627"/>
              <a:gd name="connsiteY2-58" fmla="*/ 18991 h 21136"/>
              <a:gd name="connsiteX3-59" fmla="*/ 17307 w 21627"/>
              <a:gd name="connsiteY3-60" fmla="*/ 12144 h 21136"/>
              <a:gd name="connsiteX4-61" fmla="*/ 11286 w 21627"/>
              <a:gd name="connsiteY4-62" fmla="*/ 15667 h 21136"/>
              <a:gd name="connsiteX5-63" fmla="*/ 5508 w 21627"/>
              <a:gd name="connsiteY5-64" fmla="*/ 17058 h 21136"/>
              <a:gd name="connsiteX6-65" fmla="*/ 0 w 21627"/>
              <a:gd name="connsiteY6-66" fmla="*/ 20172 h 21136"/>
              <a:gd name="connsiteX7-67" fmla="*/ 0 w 21627"/>
              <a:gd name="connsiteY7-68" fmla="*/ 0 h 21136"/>
              <a:gd name="connsiteX0-69" fmla="*/ 0 w 21627"/>
              <a:gd name="connsiteY0-70" fmla="*/ 0 h 20192"/>
              <a:gd name="connsiteX1-71" fmla="*/ 21600 w 21627"/>
              <a:gd name="connsiteY1-72" fmla="*/ 0 h 20192"/>
              <a:gd name="connsiteX2-73" fmla="*/ 21627 w 21627"/>
              <a:gd name="connsiteY2-74" fmla="*/ 18991 h 20192"/>
              <a:gd name="connsiteX3-75" fmla="*/ 17307 w 21627"/>
              <a:gd name="connsiteY3-76" fmla="*/ 12144 h 20192"/>
              <a:gd name="connsiteX4-77" fmla="*/ 11286 w 21627"/>
              <a:gd name="connsiteY4-78" fmla="*/ 15667 h 20192"/>
              <a:gd name="connsiteX5-79" fmla="*/ 5508 w 21627"/>
              <a:gd name="connsiteY5-80" fmla="*/ 17058 h 20192"/>
              <a:gd name="connsiteX6-81" fmla="*/ 0 w 21627"/>
              <a:gd name="connsiteY6-82" fmla="*/ 20172 h 20192"/>
              <a:gd name="connsiteX7-83" fmla="*/ 0 w 21627"/>
              <a:gd name="connsiteY7-84" fmla="*/ 0 h 20192"/>
              <a:gd name="connsiteX0-85" fmla="*/ 0 w 21627"/>
              <a:gd name="connsiteY0-86" fmla="*/ 0 h 20192"/>
              <a:gd name="connsiteX1-87" fmla="*/ 21600 w 21627"/>
              <a:gd name="connsiteY1-88" fmla="*/ 0 h 20192"/>
              <a:gd name="connsiteX2-89" fmla="*/ 21627 w 21627"/>
              <a:gd name="connsiteY2-90" fmla="*/ 18991 h 20192"/>
              <a:gd name="connsiteX3-91" fmla="*/ 17307 w 21627"/>
              <a:gd name="connsiteY3-92" fmla="*/ 12144 h 20192"/>
              <a:gd name="connsiteX4-93" fmla="*/ 11286 w 21627"/>
              <a:gd name="connsiteY4-94" fmla="*/ 15667 h 20192"/>
              <a:gd name="connsiteX5-95" fmla="*/ 5508 w 21627"/>
              <a:gd name="connsiteY5-96" fmla="*/ 17058 h 20192"/>
              <a:gd name="connsiteX6-97" fmla="*/ 0 w 21627"/>
              <a:gd name="connsiteY6-98" fmla="*/ 20172 h 20192"/>
              <a:gd name="connsiteX7-99" fmla="*/ 0 w 21627"/>
              <a:gd name="connsiteY7-100" fmla="*/ 0 h 20192"/>
              <a:gd name="connsiteX0-101" fmla="*/ 0 w 21627"/>
              <a:gd name="connsiteY0-102" fmla="*/ 0 h 20192"/>
              <a:gd name="connsiteX1-103" fmla="*/ 21600 w 21627"/>
              <a:gd name="connsiteY1-104" fmla="*/ 0 h 20192"/>
              <a:gd name="connsiteX2-105" fmla="*/ 21627 w 21627"/>
              <a:gd name="connsiteY2-106" fmla="*/ 18991 h 20192"/>
              <a:gd name="connsiteX3-107" fmla="*/ 17307 w 21627"/>
              <a:gd name="connsiteY3-108" fmla="*/ 12144 h 20192"/>
              <a:gd name="connsiteX4-109" fmla="*/ 11259 w 21627"/>
              <a:gd name="connsiteY4-110" fmla="*/ 14925 h 20192"/>
              <a:gd name="connsiteX5-111" fmla="*/ 5508 w 21627"/>
              <a:gd name="connsiteY5-112" fmla="*/ 17058 h 20192"/>
              <a:gd name="connsiteX6-113" fmla="*/ 0 w 21627"/>
              <a:gd name="connsiteY6-114" fmla="*/ 20172 h 20192"/>
              <a:gd name="connsiteX7-115" fmla="*/ 0 w 21627"/>
              <a:gd name="connsiteY7-116" fmla="*/ 0 h 20192"/>
              <a:gd name="connsiteX0-117" fmla="*/ 0 w 21627"/>
              <a:gd name="connsiteY0-118" fmla="*/ 0 h 20192"/>
              <a:gd name="connsiteX1-119" fmla="*/ 21600 w 21627"/>
              <a:gd name="connsiteY1-120" fmla="*/ 0 h 20192"/>
              <a:gd name="connsiteX2-121" fmla="*/ 21627 w 21627"/>
              <a:gd name="connsiteY2-122" fmla="*/ 18991 h 20192"/>
              <a:gd name="connsiteX3-123" fmla="*/ 17307 w 21627"/>
              <a:gd name="connsiteY3-124" fmla="*/ 12144 h 20192"/>
              <a:gd name="connsiteX4-125" fmla="*/ 11259 w 21627"/>
              <a:gd name="connsiteY4-126" fmla="*/ 14925 h 20192"/>
              <a:gd name="connsiteX5-127" fmla="*/ 5508 w 21627"/>
              <a:gd name="connsiteY5-128" fmla="*/ 17058 h 20192"/>
              <a:gd name="connsiteX6-129" fmla="*/ 0 w 21627"/>
              <a:gd name="connsiteY6-130" fmla="*/ 20172 h 20192"/>
              <a:gd name="connsiteX7-131" fmla="*/ 0 w 21627"/>
              <a:gd name="connsiteY7-132" fmla="*/ 0 h 20192"/>
              <a:gd name="connsiteX0-133" fmla="*/ 0 w 21627"/>
              <a:gd name="connsiteY0-134" fmla="*/ 0 h 20192"/>
              <a:gd name="connsiteX1-135" fmla="*/ 21600 w 21627"/>
              <a:gd name="connsiteY1-136" fmla="*/ 0 h 20192"/>
              <a:gd name="connsiteX2-137" fmla="*/ 21627 w 21627"/>
              <a:gd name="connsiteY2-138" fmla="*/ 18991 h 20192"/>
              <a:gd name="connsiteX3-139" fmla="*/ 17307 w 21627"/>
              <a:gd name="connsiteY3-140" fmla="*/ 12144 h 20192"/>
              <a:gd name="connsiteX4-141" fmla="*/ 11259 w 21627"/>
              <a:gd name="connsiteY4-142" fmla="*/ 14925 h 20192"/>
              <a:gd name="connsiteX5-143" fmla="*/ 5508 w 21627"/>
              <a:gd name="connsiteY5-144" fmla="*/ 17058 h 20192"/>
              <a:gd name="connsiteX6-145" fmla="*/ 0 w 21627"/>
              <a:gd name="connsiteY6-146" fmla="*/ 20172 h 20192"/>
              <a:gd name="connsiteX7-147" fmla="*/ 0 w 21627"/>
              <a:gd name="connsiteY7-148" fmla="*/ 0 h 20192"/>
              <a:gd name="connsiteX0-149" fmla="*/ 0 w 21627"/>
              <a:gd name="connsiteY0-150" fmla="*/ 0 h 20214"/>
              <a:gd name="connsiteX1-151" fmla="*/ 21600 w 21627"/>
              <a:gd name="connsiteY1-152" fmla="*/ 0 h 20214"/>
              <a:gd name="connsiteX2-153" fmla="*/ 21627 w 21627"/>
              <a:gd name="connsiteY2-154" fmla="*/ 18991 h 20214"/>
              <a:gd name="connsiteX3-155" fmla="*/ 17307 w 21627"/>
              <a:gd name="connsiteY3-156" fmla="*/ 12144 h 20214"/>
              <a:gd name="connsiteX4-157" fmla="*/ 11259 w 21627"/>
              <a:gd name="connsiteY4-158" fmla="*/ 14925 h 20214"/>
              <a:gd name="connsiteX5-159" fmla="*/ 5562 w 21627"/>
              <a:gd name="connsiteY5-160" fmla="*/ 18541 h 20214"/>
              <a:gd name="connsiteX6-161" fmla="*/ 0 w 21627"/>
              <a:gd name="connsiteY6-162" fmla="*/ 20172 h 20214"/>
              <a:gd name="connsiteX7-163" fmla="*/ 0 w 21627"/>
              <a:gd name="connsiteY7-164" fmla="*/ 0 h 20214"/>
              <a:gd name="connsiteX0-165" fmla="*/ 0 w 21627"/>
              <a:gd name="connsiteY0-166" fmla="*/ 0 h 20214"/>
              <a:gd name="connsiteX1-167" fmla="*/ 21600 w 21627"/>
              <a:gd name="connsiteY1-168" fmla="*/ 0 h 20214"/>
              <a:gd name="connsiteX2-169" fmla="*/ 21627 w 21627"/>
              <a:gd name="connsiteY2-170" fmla="*/ 18991 h 20214"/>
              <a:gd name="connsiteX3-171" fmla="*/ 17307 w 21627"/>
              <a:gd name="connsiteY3-172" fmla="*/ 12144 h 20214"/>
              <a:gd name="connsiteX4-173" fmla="*/ 11259 w 21627"/>
              <a:gd name="connsiteY4-174" fmla="*/ 14925 h 20214"/>
              <a:gd name="connsiteX5-175" fmla="*/ 5562 w 21627"/>
              <a:gd name="connsiteY5-176" fmla="*/ 18541 h 20214"/>
              <a:gd name="connsiteX6-177" fmla="*/ 0 w 21627"/>
              <a:gd name="connsiteY6-178" fmla="*/ 20172 h 20214"/>
              <a:gd name="connsiteX7-179" fmla="*/ 0 w 21627"/>
              <a:gd name="connsiteY7-180" fmla="*/ 0 h 20214"/>
              <a:gd name="connsiteX0-181" fmla="*/ 0 w 21627"/>
              <a:gd name="connsiteY0-182" fmla="*/ 0 h 20214"/>
              <a:gd name="connsiteX1-183" fmla="*/ 21600 w 21627"/>
              <a:gd name="connsiteY1-184" fmla="*/ 0 h 20214"/>
              <a:gd name="connsiteX2-185" fmla="*/ 21627 w 21627"/>
              <a:gd name="connsiteY2-186" fmla="*/ 18991 h 20214"/>
              <a:gd name="connsiteX3-187" fmla="*/ 17307 w 21627"/>
              <a:gd name="connsiteY3-188" fmla="*/ 12144 h 20214"/>
              <a:gd name="connsiteX4-189" fmla="*/ 11259 w 21627"/>
              <a:gd name="connsiteY4-190" fmla="*/ 14369 h 20214"/>
              <a:gd name="connsiteX5-191" fmla="*/ 5562 w 21627"/>
              <a:gd name="connsiteY5-192" fmla="*/ 18541 h 20214"/>
              <a:gd name="connsiteX6-193" fmla="*/ 0 w 21627"/>
              <a:gd name="connsiteY6-194" fmla="*/ 20172 h 20214"/>
              <a:gd name="connsiteX7-195" fmla="*/ 0 w 21627"/>
              <a:gd name="connsiteY7-196" fmla="*/ 0 h 20214"/>
              <a:gd name="connsiteX0-197" fmla="*/ 0 w 21627"/>
              <a:gd name="connsiteY0-198" fmla="*/ 0 h 20214"/>
              <a:gd name="connsiteX1-199" fmla="*/ 21600 w 21627"/>
              <a:gd name="connsiteY1-200" fmla="*/ 0 h 20214"/>
              <a:gd name="connsiteX2-201" fmla="*/ 21627 w 21627"/>
              <a:gd name="connsiteY2-202" fmla="*/ 18991 h 20214"/>
              <a:gd name="connsiteX3-203" fmla="*/ 17307 w 21627"/>
              <a:gd name="connsiteY3-204" fmla="*/ 12144 h 20214"/>
              <a:gd name="connsiteX4-205" fmla="*/ 11259 w 21627"/>
              <a:gd name="connsiteY4-206" fmla="*/ 14369 h 20214"/>
              <a:gd name="connsiteX5-207" fmla="*/ 5562 w 21627"/>
              <a:gd name="connsiteY5-208" fmla="*/ 18541 h 20214"/>
              <a:gd name="connsiteX6-209" fmla="*/ 0 w 21627"/>
              <a:gd name="connsiteY6-210" fmla="*/ 20172 h 20214"/>
              <a:gd name="connsiteX7-211" fmla="*/ 0 w 21627"/>
              <a:gd name="connsiteY7-212" fmla="*/ 0 h 20214"/>
              <a:gd name="connsiteX0-213" fmla="*/ 0 w 21654"/>
              <a:gd name="connsiteY0-214" fmla="*/ 0 h 20214"/>
              <a:gd name="connsiteX1-215" fmla="*/ 21600 w 21654"/>
              <a:gd name="connsiteY1-216" fmla="*/ 0 h 20214"/>
              <a:gd name="connsiteX2-217" fmla="*/ 21654 w 21654"/>
              <a:gd name="connsiteY2-218" fmla="*/ 17971 h 20214"/>
              <a:gd name="connsiteX3-219" fmla="*/ 17307 w 21654"/>
              <a:gd name="connsiteY3-220" fmla="*/ 12144 h 20214"/>
              <a:gd name="connsiteX4-221" fmla="*/ 11259 w 21654"/>
              <a:gd name="connsiteY4-222" fmla="*/ 14369 h 20214"/>
              <a:gd name="connsiteX5-223" fmla="*/ 5562 w 21654"/>
              <a:gd name="connsiteY5-224" fmla="*/ 18541 h 20214"/>
              <a:gd name="connsiteX6-225" fmla="*/ 0 w 21654"/>
              <a:gd name="connsiteY6-226" fmla="*/ 20172 h 20214"/>
              <a:gd name="connsiteX7-227" fmla="*/ 0 w 21654"/>
              <a:gd name="connsiteY7-228" fmla="*/ 0 h 20214"/>
              <a:gd name="connsiteX0-229" fmla="*/ 0 w 21654"/>
              <a:gd name="connsiteY0-230" fmla="*/ 0 h 20214"/>
              <a:gd name="connsiteX1-231" fmla="*/ 21600 w 21654"/>
              <a:gd name="connsiteY1-232" fmla="*/ 0 h 20214"/>
              <a:gd name="connsiteX2-233" fmla="*/ 21654 w 21654"/>
              <a:gd name="connsiteY2-234" fmla="*/ 17971 h 20214"/>
              <a:gd name="connsiteX3-235" fmla="*/ 17307 w 21654"/>
              <a:gd name="connsiteY3-236" fmla="*/ 12144 h 20214"/>
              <a:gd name="connsiteX4-237" fmla="*/ 11259 w 21654"/>
              <a:gd name="connsiteY4-238" fmla="*/ 14369 h 20214"/>
              <a:gd name="connsiteX5-239" fmla="*/ 5562 w 21654"/>
              <a:gd name="connsiteY5-240" fmla="*/ 18541 h 20214"/>
              <a:gd name="connsiteX6-241" fmla="*/ 0 w 21654"/>
              <a:gd name="connsiteY6-242" fmla="*/ 20172 h 20214"/>
              <a:gd name="connsiteX7-243" fmla="*/ 0 w 21654"/>
              <a:gd name="connsiteY7-244" fmla="*/ 0 h 2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21654" h="20214">
                <a:moveTo>
                  <a:pt x="0" y="0"/>
                </a:moveTo>
                <a:lnTo>
                  <a:pt x="21600" y="0"/>
                </a:lnTo>
                <a:cubicBezTo>
                  <a:pt x="21609" y="6330"/>
                  <a:pt x="21645" y="11641"/>
                  <a:pt x="21654" y="17971"/>
                </a:cubicBezTo>
                <a:cubicBezTo>
                  <a:pt x="20066" y="17059"/>
                  <a:pt x="19026" y="12420"/>
                  <a:pt x="17307" y="12144"/>
                </a:cubicBezTo>
                <a:cubicBezTo>
                  <a:pt x="15588" y="11868"/>
                  <a:pt x="13324" y="13488"/>
                  <a:pt x="11259" y="14369"/>
                </a:cubicBezTo>
                <a:cubicBezTo>
                  <a:pt x="8550" y="15283"/>
                  <a:pt x="7443" y="17790"/>
                  <a:pt x="5562" y="18541"/>
                </a:cubicBezTo>
                <a:cubicBezTo>
                  <a:pt x="3681" y="19292"/>
                  <a:pt x="1350" y="20450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rgbClr val="1591D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type="title"/>
          </p:nvPr>
        </p:nvSpPr>
        <p:spPr>
          <a:xfrm>
            <a:off x="838200" y="2934796"/>
            <a:ext cx="10515600" cy="1325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solidFill>
                  <a:schemeClr val="bg1"/>
                </a:solidFill>
                <a:latin typeface=".VnBlack" panose="020B7200000000000000" pitchFamily="34" charset="0"/>
              </a:rPr>
              <a:t>Thanks For Your Attention</a:t>
            </a:r>
            <a:endParaRPr lang="en-US" sz="4400" dirty="0">
              <a:solidFill>
                <a:schemeClr val="bg1"/>
              </a:solidFill>
              <a:latin typeface=".VnBlack" panose="020B7200000000000000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4542</Words>
  <Application>WPS Presentation</Application>
  <PresentationFormat>Widescreen</PresentationFormat>
  <Paragraphs>307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SimSun</vt:lpstr>
      <vt:lpstr>Wingdings</vt:lpstr>
      <vt:lpstr>Cambria Math</vt:lpstr>
      <vt:lpstr>Times New Roman</vt:lpstr>
      <vt:lpstr>.VnBlack</vt:lpstr>
      <vt:lpstr>Courant</vt:lpstr>
      <vt:lpstr>.VnVogue</vt:lpstr>
      <vt:lpstr>Calibri</vt:lpstr>
      <vt:lpstr>Calibri</vt:lpstr>
      <vt:lpstr>Calibri</vt:lpstr>
      <vt:lpstr>Consolas</vt:lpstr>
      <vt:lpstr>Consolas</vt:lpstr>
      <vt:lpstr>Consolas</vt:lpstr>
      <vt:lpstr>Arial Black</vt:lpstr>
      <vt:lpstr>Microsoft YaHei</vt:lpstr>
      <vt:lpstr>Arial Unicode MS</vt:lpstr>
      <vt:lpstr>Calibri Light</vt:lpstr>
      <vt:lpstr>Office Theme</vt:lpstr>
      <vt:lpstr>Object-Oriented Programing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 For Your Attention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 Catching Game</dc:title>
  <dc:creator>MINH HUY</dc:creator>
  <cp:lastModifiedBy>Admin</cp:lastModifiedBy>
  <cp:revision>36</cp:revision>
  <dcterms:created xsi:type="dcterms:W3CDTF">2026-05-25T09:24:00Z</dcterms:created>
  <dcterms:modified xsi:type="dcterms:W3CDTF">2026-05-27T02:46:03Z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3087A9E2804443C29D0C997806F8FC91_12</vt:lpwstr>
  </property>
  <property fmtid="{D5CDD505-2E9C-101B-9397-08002B2CF9AE}" pid="3" name="KSOProductBuildVer">
    <vt:lpwstr>1033-12.1.0.26372</vt:lpwstr>
  </property>
</Properties>
</file>